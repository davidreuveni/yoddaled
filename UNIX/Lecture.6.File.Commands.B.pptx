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01" r:id="rId3"/>
    <p:sldId id="307" r:id="rId4"/>
    <p:sldId id="317" r:id="rId5"/>
    <p:sldId id="318" r:id="rId6"/>
    <p:sldId id="321" r:id="rId7"/>
    <p:sldId id="319" r:id="rId8"/>
    <p:sldId id="320" r:id="rId9"/>
    <p:sldId id="309" r:id="rId10"/>
    <p:sldId id="322" r:id="rId11"/>
    <p:sldId id="303" r:id="rId12"/>
    <p:sldId id="304" r:id="rId13"/>
    <p:sldId id="308" r:id="rId14"/>
    <p:sldId id="311" r:id="rId15"/>
    <p:sldId id="312" r:id="rId16"/>
    <p:sldId id="313" r:id="rId17"/>
    <p:sldId id="314" r:id="rId18"/>
    <p:sldId id="315" r:id="rId19"/>
    <p:sldId id="316" r:id="rId20"/>
    <p:sldId id="305" r:id="rId21"/>
    <p:sldId id="3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99" autoAdjust="0"/>
    <p:restoredTop sz="94660"/>
  </p:normalViewPr>
  <p:slideViewPr>
    <p:cSldViewPr snapToGrid="0">
      <p:cViewPr varScale="1">
        <p:scale>
          <a:sx n="97" d="100"/>
          <a:sy n="97" d="100"/>
        </p:scale>
        <p:origin x="4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5C58-2841-419C-8F58-041258D84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02DBF-5318-418C-B5DF-A7AECF4CA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1B41-BA95-40A3-A0C2-FD9AE6B8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C0799-7FC6-415B-898D-EDDB90E7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EB98D-DDBE-495A-911E-AE322F68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22DC-3161-4D78-91D1-78C0D9DB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78CD-E2F3-4FBF-BF57-438A37BD5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477CB-65C4-429B-A930-95634D77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ABBC9-58A7-4796-A496-D6953FBA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4A7AA-B538-4755-BEB0-E97C477E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7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26DA5-5318-4AD6-BCAF-1517A114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88366-13D4-4D63-9CD2-2A5F31079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8C2B9-264C-4F31-9EBC-08B384ED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33FD4-2E39-46D2-887E-0AEC5428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CAC37-5C16-4921-B46C-220245B0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B930-B802-45C5-BA6F-C83EC3AE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2159-A8FD-46B2-B9EE-28250D60A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65B70-FF67-4B04-AF2E-D330F3F31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9D5B-27C1-4A30-94C6-BB5019A1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6176D-B82D-4A2F-9A08-B53755FE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B3318-8AA9-4531-A50B-3A31B3F2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F768-3669-4A88-997D-BAB11610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90D49-60B5-4052-9079-0691B75D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3ECDF-20D5-45AD-8A6B-5BCAFAD5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4D546-3BDF-4868-B409-9FD55FF9C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9B608-909E-4408-BEA0-94AC844F3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E6C1-31C2-4D19-84E2-1140D329A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21627-3569-4C25-9109-5295C5AE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09DA5-9189-4032-9AF4-8429EC44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8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1C71-99C4-49A4-B0C4-3AB9E55E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788E9-1178-4919-A241-0FCDB841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5A684-1CFB-4741-9B22-A3038DF5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F7F-4247-4986-BAB7-AFA70EAC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3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147FF-330A-41BD-A8C8-EB58596A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1FE33-12DE-4942-B410-66D1F552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BF391-B766-4D4B-ABD5-B02544DF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9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7ED25-C618-4016-999E-25E31CBC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F522F-9937-47EF-BAFB-2042DDF8E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F20EF-6B91-45E1-B810-52DC35DCC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D4F56-ED59-44D1-9EC7-1C76276E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4CA0E-4CA8-498A-A3F8-9C3CA13C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B951A-0FC3-49D2-8E60-DC6A97FA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7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6E08-5622-478A-95CA-AD298D64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90D8F-04FF-43CE-8299-6158A1277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0B399-274C-4E0A-A2F3-D2455560D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A746C-A66C-40C0-B30F-FBA35D66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FB124-B745-4B54-91D4-D658BA49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2B720-467B-4AF2-8325-66D47AAC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6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A35A-7DE4-4E83-BF64-B797F4EE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FE447-7E9C-44A8-80CE-B0EDA2E00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8F3D1-8488-4701-A0F3-B6C4AB26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EB61-21A1-4E4F-87B2-26F27827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397DD-B510-4681-9258-A63593D4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8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6FCEC-67EF-4162-8241-B97780BD0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52C9E-1751-4024-B1F6-96442098E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E6A0B-D060-4FC3-B1C7-957EE2CF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BA4C-9BDF-4F10-9A7F-A94D9FE1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AC4D3-8963-42EE-8514-89C09B1E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5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4A2AE-61A9-4FF5-99E2-84BE0EA8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1CDCC-34E8-49FD-AC48-AE29FE841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FF94-4EBC-44A8-8FFC-DBA969EA2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91D45-D507-44B3-9260-0038583ACA7A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95272-A353-4238-A998-49783AD8D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FE562-6464-4989-96C1-8EA707823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754D-A640-47F6-9E2E-51A25F9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פקודות קבצים</a:t>
            </a:r>
          </a:p>
          <a:p>
            <a:r>
              <a:rPr lang="he-IL" sz="1800"/>
              <a:t>חלק ב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4972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more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במידה וברצוננו לראות תוכן של קובץ בטרמינל, אפשר להשתמש בפקודה </a:t>
            </a:r>
            <a:endParaRPr lang="en-US" dirty="0"/>
          </a:p>
          <a:p>
            <a:pPr marL="0" indent="0" algn="r" rtl="1">
              <a:buNone/>
            </a:pPr>
            <a:r>
              <a:rPr lang="en-US" dirty="0"/>
              <a:t>cat &lt;file&gt;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הפקודה "תשפוך" את כל תוכן הקובץ לתוך הטרמינל.</a:t>
            </a:r>
          </a:p>
          <a:p>
            <a:pPr marL="0" indent="0" algn="r" rtl="1">
              <a:buNone/>
            </a:pPr>
            <a:r>
              <a:rPr lang="he-IL" dirty="0"/>
              <a:t>במידה וזה קובץ גדול, לא נראה את תחילת הקובץ אלא רק את סופו, מאחר והטרמינל מוגבל במקום.</a:t>
            </a:r>
          </a:p>
          <a:p>
            <a:pPr marL="0" indent="0" algn="r" rtl="1">
              <a:buNone/>
            </a:pPr>
            <a:r>
              <a:rPr lang="he-IL" dirty="0"/>
              <a:t>בעזרת הפקודה </a:t>
            </a:r>
            <a:r>
              <a:rPr lang="en-US" dirty="0"/>
              <a:t>more</a:t>
            </a:r>
            <a:r>
              <a:rPr lang="he-IL" dirty="0"/>
              <a:t>, ניתן להדפיס קובץ לטרמינל בחלקים. כאשר בכל פעם שנלחץ </a:t>
            </a:r>
            <a:r>
              <a:rPr lang="en-US" dirty="0"/>
              <a:t>Enter</a:t>
            </a:r>
            <a:r>
              <a:rPr lang="he-IL" dirty="0"/>
              <a:t>, הקובץ ימשיך להיות מוצג על המסך.</a:t>
            </a:r>
          </a:p>
          <a:p>
            <a:pPr marL="0" indent="0" algn="r" rtl="1">
              <a:buNone/>
            </a:pPr>
            <a:r>
              <a:rPr lang="he-IL" dirty="0"/>
              <a:t>כשנרצה לסיים נלחץ </a:t>
            </a:r>
            <a:r>
              <a:rPr lang="en-US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5959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</a:t>
            </a:r>
            <a:endParaRPr lang="he-I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72" y="1404938"/>
            <a:ext cx="4172383" cy="5293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1404937"/>
            <a:ext cx="1851314" cy="526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012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tail</a:t>
            </a:r>
            <a:r>
              <a:rPr lang="he-IL" dirty="0"/>
              <a:t> - הפקודה מדפיסה את 10 השורות האחרונות של הקובץ.</a:t>
            </a:r>
          </a:p>
          <a:p>
            <a:r>
              <a:rPr lang="en-US" dirty="0"/>
              <a:t>tail -n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מדפיסה את הקובץ </a:t>
            </a:r>
            <a:r>
              <a:rPr lang="en-US" dirty="0"/>
              <a:t>n</a:t>
            </a:r>
            <a:r>
              <a:rPr lang="he-IL" dirty="0"/>
              <a:t> שורות האחרונות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tail +n</a:t>
            </a:r>
          </a:p>
          <a:p>
            <a:pPr marL="0" indent="0" algn="r" rtl="1">
              <a:buNone/>
            </a:pPr>
            <a:r>
              <a:rPr lang="he-IL" dirty="0"/>
              <a:t>מדפיסה את הקובץ מתחילת השורה </a:t>
            </a:r>
            <a:r>
              <a:rPr lang="en-US" dirty="0"/>
              <a:t>n</a:t>
            </a:r>
            <a:r>
              <a:rPr lang="he-IL" dirty="0"/>
              <a:t> ועד הסוף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3287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pic>
        <p:nvPicPr>
          <p:cNvPr id="8" name="מציין מיקום תוכן 7">
            <a:extLst>
              <a:ext uri="{FF2B5EF4-FFF2-40B4-BE49-F238E27FC236}">
                <a16:creationId xmlns:a16="http://schemas.microsoft.com/office/drawing/2014/main" id="{DCAE809A-AE53-4D79-ADCC-5E44D9EB2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4389" y="1690688"/>
            <a:ext cx="5003222" cy="483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3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2F2E0310-969D-4B6A-BDD4-3F60225AC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078" y="1690688"/>
            <a:ext cx="6998975" cy="282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86674CA-140D-428F-A911-F52848C9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1547550"/>
            <a:ext cx="8516539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2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E3D4124-74E4-431D-8419-9AC92A776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2714525"/>
            <a:ext cx="8468907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24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head</a:t>
            </a:r>
          </a:p>
          <a:p>
            <a:pPr marL="0" indent="0" algn="r" rtl="1">
              <a:buNone/>
            </a:pPr>
            <a:r>
              <a:rPr lang="he-IL" dirty="0"/>
              <a:t>המקבילה ההפוכה של הפקודה </a:t>
            </a:r>
            <a:r>
              <a:rPr lang="en-US" dirty="0"/>
              <a:t>tail</a:t>
            </a:r>
            <a:r>
              <a:rPr lang="he-IL" dirty="0"/>
              <a:t>.</a:t>
            </a:r>
          </a:p>
          <a:p>
            <a:pPr marL="0" indent="0" algn="l">
              <a:buNone/>
            </a:pPr>
            <a:r>
              <a:rPr lang="en-US" dirty="0"/>
              <a:t>head &lt;file&gt;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הפקודה מדפיסה את 10 השורות הראשונות של הקובץ</a:t>
            </a:r>
          </a:p>
          <a:p>
            <a:pPr marL="0" indent="0" algn="l">
              <a:buNone/>
            </a:pPr>
            <a:r>
              <a:rPr lang="en-US" dirty="0"/>
              <a:t>head –n &lt;file&gt;</a:t>
            </a:r>
          </a:p>
          <a:p>
            <a:pPr marL="0" indent="0" algn="r" rtl="1">
              <a:buNone/>
            </a:pPr>
            <a:r>
              <a:rPr lang="he-IL" dirty="0"/>
              <a:t>הפקודה מדפיסה את </a:t>
            </a:r>
            <a:r>
              <a:rPr lang="en-US" dirty="0"/>
              <a:t>n</a:t>
            </a:r>
            <a:r>
              <a:rPr lang="he-IL" dirty="0"/>
              <a:t> השורות הראשונות של הקובץ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r>
              <a:rPr lang="he-IL" b="1" dirty="0"/>
              <a:t>בפקודה זו לא קיימת האפשרות ל </a:t>
            </a:r>
            <a:r>
              <a:rPr lang="en-US" b="1" dirty="0"/>
              <a:t>+n</a:t>
            </a:r>
            <a:r>
              <a:rPr lang="he-IL" b="1" dirty="0"/>
              <a:t>!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4465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DB66F371-03CA-49A0-986A-A6D8B126F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6045"/>
            <a:ext cx="8882575" cy="487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1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 err="1"/>
              <a:t>wc</a:t>
            </a:r>
            <a:r>
              <a:rPr lang="en-US" dirty="0"/>
              <a:t> (word count)</a:t>
            </a:r>
            <a:endParaRPr lang="he-IL" dirty="0"/>
          </a:p>
          <a:p>
            <a:pPr marL="0" indent="0" algn="r" rtl="1">
              <a:buNone/>
            </a:pPr>
            <a:r>
              <a:rPr lang="he-IL" dirty="0"/>
              <a:t>משמשת לספירת שורות, מילים ובתים [תווים] בקובץ טקסט.</a:t>
            </a:r>
          </a:p>
          <a:p>
            <a:pPr marL="0" indent="0">
              <a:buNone/>
            </a:pPr>
            <a:r>
              <a:rPr lang="en-US" dirty="0"/>
              <a:t># </a:t>
            </a:r>
            <a:r>
              <a:rPr lang="en-US" dirty="0" err="1"/>
              <a:t>wc</a:t>
            </a:r>
            <a:r>
              <a:rPr lang="en-US" dirty="0"/>
              <a:t> [options] filenames</a:t>
            </a:r>
          </a:p>
          <a:p>
            <a:pPr marL="0" indent="0">
              <a:buNone/>
            </a:pPr>
            <a:r>
              <a:rPr lang="en-US" b="1" dirty="0"/>
              <a:t>-l </a:t>
            </a:r>
            <a:r>
              <a:rPr lang="en-US" dirty="0"/>
              <a:t>: 	Prints the number of lines in a file.</a:t>
            </a:r>
          </a:p>
          <a:p>
            <a:pPr marL="0" indent="0">
              <a:buNone/>
            </a:pPr>
            <a:r>
              <a:rPr lang="en-US" b="1" dirty="0"/>
              <a:t>-w </a:t>
            </a:r>
            <a:r>
              <a:rPr lang="en-US" dirty="0"/>
              <a:t>: 	Prints the number of words in a file.</a:t>
            </a:r>
          </a:p>
          <a:p>
            <a:pPr marL="0" indent="0">
              <a:buNone/>
            </a:pPr>
            <a:r>
              <a:rPr lang="en-US" b="1" dirty="0"/>
              <a:t>-c </a:t>
            </a:r>
            <a:r>
              <a:rPr lang="en-US" dirty="0"/>
              <a:t>: 	Displays the count of bytes in a file.</a:t>
            </a:r>
          </a:p>
          <a:p>
            <a:pPr marL="0" indent="0">
              <a:buNone/>
            </a:pPr>
            <a:r>
              <a:rPr lang="en-US" b="1" dirty="0"/>
              <a:t>-m </a:t>
            </a:r>
            <a:r>
              <a:rPr lang="en-US" dirty="0"/>
              <a:t>: 	Prints the count of characters from a file.</a:t>
            </a:r>
          </a:p>
          <a:p>
            <a:pPr marL="0" indent="0">
              <a:buNone/>
            </a:pPr>
            <a:r>
              <a:rPr lang="en-US" b="1" dirty="0"/>
              <a:t>-L </a:t>
            </a:r>
            <a:r>
              <a:rPr lang="en-US" dirty="0"/>
              <a:t>: 	Prints only the length of the longest line in a file.</a:t>
            </a:r>
          </a:p>
          <a:p>
            <a:pPr marL="0" indent="0" algn="r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475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WC (word count)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6" y="1925349"/>
            <a:ext cx="3904384" cy="4710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30289" y="1529547"/>
            <a:ext cx="2729658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תוכן הקובץ </a:t>
            </a:r>
            <a:r>
              <a:rPr lang="en-US" sz="2000" b="1" dirty="0"/>
              <a:t>techmint.txt</a:t>
            </a:r>
            <a:endParaRPr lang="he-IL" sz="20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278" y="1925349"/>
            <a:ext cx="5149995" cy="1251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802550" y="1529547"/>
            <a:ext cx="214276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תוצאת הפקודה </a:t>
            </a:r>
            <a:r>
              <a:rPr lang="en-US" sz="2000" b="1" dirty="0" err="1"/>
              <a:t>wc</a:t>
            </a:r>
            <a:endParaRPr lang="he-IL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153165" y="3458993"/>
            <a:ext cx="81464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>
                <a:solidFill>
                  <a:srgbClr val="FF0000"/>
                </a:solidFill>
              </a:rPr>
              <a:t>שורות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8969" y="3432739"/>
            <a:ext cx="77136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</a:rPr>
              <a:t>מילים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9746" y="3432739"/>
            <a:ext cx="732894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>
                <a:solidFill>
                  <a:schemeClr val="accent6">
                    <a:lumMod val="75000"/>
                  </a:schemeClr>
                </a:solidFill>
              </a:rPr>
              <a:t>בתים</a:t>
            </a:r>
          </a:p>
        </p:txBody>
      </p:sp>
      <p:cxnSp>
        <p:nvCxnSpPr>
          <p:cNvPr id="6" name="מחבר חץ ישר 5"/>
          <p:cNvCxnSpPr>
            <a:stCxn id="8" idx="0"/>
          </p:cNvCxnSpPr>
          <p:nvPr/>
        </p:nvCxnSpPr>
        <p:spPr>
          <a:xfrm flipV="1">
            <a:off x="5560489" y="3160392"/>
            <a:ext cx="203661" cy="2986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/>
          <p:cNvCxnSpPr>
            <a:stCxn id="9" idx="0"/>
          </p:cNvCxnSpPr>
          <p:nvPr/>
        </p:nvCxnSpPr>
        <p:spPr>
          <a:xfrm flipV="1">
            <a:off x="6554652" y="3158830"/>
            <a:ext cx="0" cy="2739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/>
          <p:cNvCxnSpPr>
            <a:stCxn id="10" idx="0"/>
          </p:cNvCxnSpPr>
          <p:nvPr/>
        </p:nvCxnSpPr>
        <p:spPr>
          <a:xfrm flipH="1" flipV="1">
            <a:off x="7232126" y="3160392"/>
            <a:ext cx="284067" cy="2723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174" y="3973829"/>
            <a:ext cx="3954136" cy="946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171" y="4961683"/>
            <a:ext cx="3954137" cy="90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173" y="5920743"/>
            <a:ext cx="3954136" cy="908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95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6" y="1925349"/>
            <a:ext cx="3904384" cy="4710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30289" y="1529547"/>
            <a:ext cx="2729658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תוכן הקובץ </a:t>
            </a:r>
            <a:r>
              <a:rPr lang="en-US" sz="2000" b="1" dirty="0"/>
              <a:t>techmint.txt</a:t>
            </a:r>
            <a:endParaRPr lang="he-IL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198" y="2620446"/>
            <a:ext cx="5825936" cy="1381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992823" y="2220336"/>
            <a:ext cx="297068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אורך השורה הארוכה ביותר</a:t>
            </a:r>
          </a:p>
        </p:txBody>
      </p:sp>
    </p:spTree>
    <p:extLst>
      <p:ext uri="{BB962C8B-B14F-4D97-AF65-F5344CB8AC3E}">
        <p14:creationId xmlns:p14="http://schemas.microsoft.com/office/powerpoint/2010/main" val="300620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sort</a:t>
            </a:r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r>
              <a:rPr lang="he-IL" dirty="0"/>
              <a:t>מציגה קובץ בצורה ממוינת, בצורה לקסיקוגרפית (מילונית) שורה אחר שורה</a:t>
            </a:r>
            <a:endParaRPr lang="en-US" dirty="0"/>
          </a:p>
          <a:p>
            <a:pPr marL="0" indent="0" algn="r" rtl="1">
              <a:buNone/>
            </a:pPr>
            <a:r>
              <a:rPr lang="he-IL" b="1" dirty="0"/>
              <a:t>הפקודה אינה משנה את הקובץ המקורי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שורות המתחילות במספר יופיעו לפני שורות המתחילות באותיות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dirty="0"/>
              <a:t>שורות המתחילות באותיות קטנות יופיעו אחרי שורות המתחילות באותיות גדולות</a:t>
            </a:r>
          </a:p>
          <a:p>
            <a:pPr marL="514350" indent="-514350" algn="r" rtl="1">
              <a:buFont typeface="+mj-lt"/>
              <a:buAutoNum type="arabicPeriod"/>
            </a:pPr>
            <a:endParaRPr lang="he-IL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447" y="1901536"/>
            <a:ext cx="7259352" cy="42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467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</a:t>
            </a:r>
            <a:endParaRPr lang="he-IL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467" y="2331388"/>
            <a:ext cx="2560061" cy="329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75506" y="1929657"/>
            <a:ext cx="211160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תוכן הקובץ </a:t>
            </a:r>
            <a:r>
              <a:rPr lang="en-US" sz="2000" b="1" dirty="0"/>
              <a:t>file.txt</a:t>
            </a:r>
            <a:endParaRPr lang="he-IL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6CC1A-E1F4-4FFA-A784-96E5E4CFD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02" y="1947007"/>
            <a:ext cx="2396710" cy="40655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17A17C-7CAD-4339-A207-439643F7920D}"/>
              </a:ext>
            </a:extLst>
          </p:cNvPr>
          <p:cNvSpPr/>
          <p:nvPr/>
        </p:nvSpPr>
        <p:spPr>
          <a:xfrm>
            <a:off x="1590261" y="2329767"/>
            <a:ext cx="291548" cy="238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80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</a:t>
            </a:r>
            <a:endParaRPr lang="he-IL" dirty="0"/>
          </a:p>
        </p:txBody>
      </p:sp>
      <p:sp>
        <p:nvSpPr>
          <p:cNvPr id="6" name="TextBox 5"/>
          <p:cNvSpPr txBox="1"/>
          <p:nvPr/>
        </p:nvSpPr>
        <p:spPr>
          <a:xfrm>
            <a:off x="875506" y="1929657"/>
            <a:ext cx="211160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תוכן הקובץ </a:t>
            </a:r>
            <a:r>
              <a:rPr lang="en-US" sz="2000" b="1" dirty="0"/>
              <a:t>file.txt</a:t>
            </a:r>
            <a:endParaRPr lang="he-IL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44577-5921-4223-93C2-719FAEC3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39" y="2329766"/>
            <a:ext cx="2666925" cy="2875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557CFF-98E3-484B-9293-7FA2A125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316" y="1976969"/>
            <a:ext cx="2466170" cy="32280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01CA52-E4F4-4972-A4A7-8C0AC4A7819F}"/>
              </a:ext>
            </a:extLst>
          </p:cNvPr>
          <p:cNvSpPr/>
          <p:nvPr/>
        </p:nvSpPr>
        <p:spPr>
          <a:xfrm>
            <a:off x="1961210" y="2449251"/>
            <a:ext cx="251791" cy="238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19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sort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Options:</a:t>
            </a:r>
          </a:p>
          <a:p>
            <a:r>
              <a:rPr lang="en-US" b="1" dirty="0"/>
              <a:t>-o: </a:t>
            </a:r>
            <a:r>
              <a:rPr lang="en-US" dirty="0"/>
              <a:t>	sort -o {</a:t>
            </a:r>
            <a:r>
              <a:rPr lang="en-US" dirty="0" err="1"/>
              <a:t>outfile</a:t>
            </a:r>
            <a:r>
              <a:rPr lang="en-US" dirty="0"/>
              <a:t>} {file}</a:t>
            </a:r>
          </a:p>
          <a:p>
            <a:pPr marL="0" indent="0" algn="l">
              <a:buNone/>
            </a:pPr>
            <a:r>
              <a:rPr lang="en-US" dirty="0"/>
              <a:t>	sort {file} &gt; {</a:t>
            </a:r>
            <a:r>
              <a:rPr lang="en-US" dirty="0" err="1"/>
              <a:t>outfile</a:t>
            </a:r>
            <a:r>
              <a:rPr lang="en-US" dirty="0"/>
              <a:t>}</a:t>
            </a:r>
          </a:p>
          <a:p>
            <a:pPr marL="0" indent="0" algn="l">
              <a:buNone/>
            </a:pPr>
            <a:r>
              <a:rPr lang="he-IL" dirty="0"/>
              <a:t>מעבירה את הפלט לתוך קובץ (שתי הפקודות זהות)</a:t>
            </a:r>
          </a:p>
          <a:p>
            <a:r>
              <a:rPr lang="en-US" b="1" dirty="0"/>
              <a:t>-r:</a:t>
            </a:r>
            <a:r>
              <a:rPr lang="en-US" dirty="0"/>
              <a:t>	sort –r {file}</a:t>
            </a:r>
          </a:p>
          <a:p>
            <a:pPr marL="0" indent="0" algn="l">
              <a:buNone/>
            </a:pPr>
            <a:r>
              <a:rPr lang="he-IL" dirty="0"/>
              <a:t>ממיינת את הקובץ בסדר הפוך</a:t>
            </a:r>
            <a:endParaRPr lang="en-US" dirty="0"/>
          </a:p>
          <a:p>
            <a:r>
              <a:rPr lang="en-US" b="1" dirty="0"/>
              <a:t>-n:</a:t>
            </a:r>
            <a:r>
              <a:rPr lang="en-US" dirty="0"/>
              <a:t>	sort –n {file}</a:t>
            </a:r>
          </a:p>
          <a:p>
            <a:pPr marL="0" indent="0" algn="l">
              <a:buNone/>
            </a:pPr>
            <a:r>
              <a:rPr lang="he-IL" dirty="0"/>
              <a:t>ממיינת את הקובץ בצורה מספרית</a:t>
            </a:r>
          </a:p>
          <a:p>
            <a:pPr marL="0" indent="0" algn="l">
              <a:buNone/>
            </a:pPr>
            <a:r>
              <a:rPr lang="he-IL" dirty="0"/>
              <a:t>(במידה ולא נמיין בצורה מספרית, 200 יופיע לפני 3)</a:t>
            </a:r>
            <a:endParaRPr lang="en-US" dirty="0"/>
          </a:p>
          <a:p>
            <a:r>
              <a:rPr lang="en-US" b="1" dirty="0"/>
              <a:t>+x:</a:t>
            </a:r>
            <a:r>
              <a:rPr lang="en-US" dirty="0"/>
              <a:t> 	sort +x {file}</a:t>
            </a:r>
          </a:p>
          <a:p>
            <a:pPr marL="0" indent="0">
              <a:buNone/>
            </a:pPr>
            <a:r>
              <a:rPr lang="he-IL" dirty="0"/>
              <a:t>למיין את הקובץ לפי עמודה </a:t>
            </a:r>
            <a:r>
              <a:rPr lang="he-IL" dirty="0" err="1"/>
              <a:t>מסויימת</a:t>
            </a: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875"/>
          <a:stretch/>
        </p:blipFill>
        <p:spPr bwMode="auto">
          <a:xfrm>
            <a:off x="3718647" y="1763856"/>
            <a:ext cx="5744008" cy="42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71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</a:t>
            </a:r>
            <a:endParaRPr lang="he-IL" dirty="0"/>
          </a:p>
        </p:txBody>
      </p:sp>
      <p:grpSp>
        <p:nvGrpSpPr>
          <p:cNvPr id="5" name="קבוצה 4"/>
          <p:cNvGrpSpPr/>
          <p:nvPr/>
        </p:nvGrpSpPr>
        <p:grpSpPr>
          <a:xfrm>
            <a:off x="714808" y="2593832"/>
            <a:ext cx="2734973" cy="3585296"/>
            <a:chOff x="742518" y="2760086"/>
            <a:chExt cx="1895475" cy="276225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518" y="2760086"/>
              <a:ext cx="1895475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518" y="3017261"/>
              <a:ext cx="1828800" cy="2505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קבוצה 5"/>
          <p:cNvGrpSpPr/>
          <p:nvPr/>
        </p:nvGrpSpPr>
        <p:grpSpPr>
          <a:xfrm>
            <a:off x="4630015" y="2547719"/>
            <a:ext cx="3142384" cy="3631409"/>
            <a:chOff x="4810125" y="2547719"/>
            <a:chExt cx="2266950" cy="2724150"/>
          </a:xfrm>
        </p:grpSpPr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0125" y="2547719"/>
              <a:ext cx="2266950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0125" y="2795369"/>
              <a:ext cx="2257425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קבוצה 6"/>
          <p:cNvGrpSpPr/>
          <p:nvPr/>
        </p:nvGrpSpPr>
        <p:grpSpPr>
          <a:xfrm>
            <a:off x="8405812" y="2515245"/>
            <a:ext cx="2968769" cy="3661607"/>
            <a:chOff x="8405813" y="2517521"/>
            <a:chExt cx="2390775" cy="2695575"/>
          </a:xfrm>
        </p:grpSpPr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5813" y="2517521"/>
              <a:ext cx="23907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31"/>
            <a:stretch/>
          </p:blipFill>
          <p:spPr bwMode="auto">
            <a:xfrm>
              <a:off x="8405813" y="2755646"/>
              <a:ext cx="2390775" cy="2457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893494" y="2145913"/>
            <a:ext cx="228139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מיון מספרים כטקסט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5078" y="2113593"/>
            <a:ext cx="1459054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מיון מספרים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5116" y="2141457"/>
            <a:ext cx="2690160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2000" b="1" dirty="0"/>
              <a:t>מיון מספרים בסדר הפוך</a:t>
            </a:r>
          </a:p>
        </p:txBody>
      </p:sp>
    </p:spTree>
    <p:extLst>
      <p:ext uri="{BB962C8B-B14F-4D97-AF65-F5344CB8AC3E}">
        <p14:creationId xmlns:p14="http://schemas.microsoft.com/office/powerpoint/2010/main" val="1989519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</a:t>
            </a:r>
            <a:endParaRPr lang="he-IL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3" y="1532791"/>
            <a:ext cx="7477729" cy="2064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1163" y="3597624"/>
            <a:ext cx="95734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	             1	      2         3           4          5         6            7               8        		</a:t>
            </a:r>
            <a:r>
              <a:rPr lang="he-IL" dirty="0"/>
              <a:t>עמודות:</a:t>
            </a:r>
            <a:r>
              <a:rPr lang="en-US" dirty="0"/>
              <a:t>    </a:t>
            </a:r>
            <a:endParaRPr lang="he-IL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3" y="4151168"/>
            <a:ext cx="7515081" cy="2097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33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commands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1800026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grep</a:t>
            </a: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r>
              <a:rPr lang="he-IL" dirty="0"/>
              <a:t>מחפשת תבניות טקסט בקובץ או קבצים</a:t>
            </a:r>
          </a:p>
          <a:p>
            <a:pPr marL="0" indent="0" algn="r" rtl="1">
              <a:buNone/>
            </a:pPr>
            <a:r>
              <a:rPr lang="he-IL" dirty="0"/>
              <a:t>הפקודה מדפיסה כל שורה בקובץ בה נמצאת התבנית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l">
              <a:buNone/>
            </a:pPr>
            <a:endParaRPr lang="en-US" dirty="0"/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he-IL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2337305"/>
            <a:ext cx="8928440" cy="935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82" y="4362018"/>
            <a:ext cx="7541355" cy="5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896" y="5238749"/>
            <a:ext cx="7982786" cy="12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9948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Grep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חיפוש בשני קבצים:</a:t>
            </a:r>
          </a:p>
          <a:p>
            <a:pPr marL="0" indent="0" algn="r" rtl="1">
              <a:buNone/>
            </a:pPr>
            <a:r>
              <a:rPr lang="he-IL" dirty="0"/>
              <a:t>אם נרצה לדעת פרטים על משתמש </a:t>
            </a:r>
            <a:r>
              <a:rPr lang="he-IL" dirty="0" err="1"/>
              <a:t>מסויים</a:t>
            </a:r>
            <a:r>
              <a:rPr lang="he-IL" dirty="0"/>
              <a:t>, וכן באיזה קבוצות הוא נמצא</a:t>
            </a:r>
          </a:p>
          <a:p>
            <a:pPr marL="0" indent="0" algn="r" rtl="1">
              <a:buNone/>
            </a:pPr>
            <a:r>
              <a:rPr lang="he-IL" dirty="0"/>
              <a:t>נחפש בקובץ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r>
              <a:rPr lang="he-IL" dirty="0"/>
              <a:t> וכן בקובץ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/group</a:t>
            </a:r>
            <a:endParaRPr lang="he-IL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41" y="3604779"/>
            <a:ext cx="10116292" cy="207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8672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517</Words>
  <Application>Microsoft Office PowerPoint</Application>
  <PresentationFormat>מסך רחב</PresentationFormat>
  <Paragraphs>97</Paragraphs>
  <Slides>21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UNIX</vt:lpstr>
      <vt:lpstr>File commands</vt:lpstr>
      <vt:lpstr>more</vt:lpstr>
      <vt:lpstr>File commands</vt:lpstr>
      <vt:lpstr>File commands</vt:lpstr>
      <vt:lpstr>File commands</vt:lpstr>
      <vt:lpstr>File commands</vt:lpstr>
      <vt:lpstr>File commands</vt:lpstr>
      <vt:lpstr>File commands</vt:lpstr>
      <vt:lpstr>File commands</vt:lpstr>
      <vt:lpstr>File commands</vt:lpstr>
      <vt:lpstr>WC (word count)</vt:lpstr>
      <vt:lpstr>More</vt:lpstr>
      <vt:lpstr>File commands</vt:lpstr>
      <vt:lpstr>Sort</vt:lpstr>
      <vt:lpstr>Sort</vt:lpstr>
      <vt:lpstr>File commands</vt:lpstr>
      <vt:lpstr>Sort</vt:lpstr>
      <vt:lpstr>Sort</vt:lpstr>
      <vt:lpstr>File commands</vt:lpstr>
      <vt:lpstr>Grep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</dc:title>
  <dc:creator>Guy Yechezkel</dc:creator>
  <cp:lastModifiedBy>גיא יחזקאל</cp:lastModifiedBy>
  <cp:revision>12</cp:revision>
  <dcterms:created xsi:type="dcterms:W3CDTF">2020-05-21T11:32:27Z</dcterms:created>
  <dcterms:modified xsi:type="dcterms:W3CDTF">2024-09-23T14:02:26Z</dcterms:modified>
</cp:coreProperties>
</file>