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12.xml" ContentType="application/vnd.openxmlformats-officedocument.theme+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9.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presProps.xml" ContentType="application/vnd.openxmlformats-officedocument.presentationml.presProps+xml"/>
  <Override PartName="/ppt/media/image3.jpeg" ContentType="image/jpeg"/>
  <Override PartName="/ppt/media/image5.png" ContentType="image/png"/>
  <Override PartName="/ppt/media/image6.gif" ContentType="image/gif"/>
  <Override PartName="/ppt/media/image2.wmf" ContentType="image/x-wmf"/>
  <Override PartName="/ppt/media/image9.wmf" ContentType="image/x-wmf"/>
  <Override PartName="/ppt/media/image4.jpeg" ContentType="image/jpeg"/>
  <Override PartName="/ppt/media/image7.gif" ContentType="image/gif"/>
  <Override PartName="/ppt/media/image8.gif" ContentType="image/gif"/>
  <Override PartName="/ppt/media/image10.png" ContentType="image/png"/>
  <Override PartName="/ppt/media/image1.wmf" ContentType="image/x-wmf"/>
  <Override PartName="/ppt/media/image11.png" ContentType="image/png"/>
  <Override PartName="/ppt/media/image12.png" ContentType="image/png"/>
  <Override PartName="/ppt/slides/slide2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34.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6.xml" ContentType="application/vnd.openxmlformats-officedocument.presentationml.slide+xml"/>
  <Override PartName="/ppt/slides/slide18.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37.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_rels/slide8.xml.rels" ContentType="application/vnd.openxmlformats-package.relationships+xml"/>
  <Override PartName="/ppt/slides/_rels/slide17.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6.xml.rels" ContentType="application/vnd.openxmlformats-package.relationships+xml"/>
  <Override PartName="/ppt/slides/_rels/slide20.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12.xml.rels" ContentType="application/vnd.openxmlformats-package.relationships+xml"/>
  <Override PartName="/ppt/slides/_rels/slide30.xml.rels" ContentType="application/vnd.openxmlformats-package.relationships+xml"/>
  <Override PartName="/ppt/slides/_rels/slide23.xml.rels" ContentType="application/vnd.openxmlformats-package.relationships+xml"/>
  <Override PartName="/ppt/slides/_rels/slide11.xml.rels" ContentType="application/vnd.openxmlformats-package.relationships+xml"/>
  <Override PartName="/ppt/slides/_rels/slide16.xml.rels" ContentType="application/vnd.openxmlformats-package.relationships+xml"/>
  <Override PartName="/ppt/slides/_rels/slide5.xml.rels" ContentType="application/vnd.openxmlformats-package.relationships+xml"/>
  <Override PartName="/ppt/slides/_rels/slide15.xml.rels" ContentType="application/vnd.openxmlformats-package.relationships+xml"/>
  <Override PartName="/ppt/slides/_rels/slide4.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29.xml.rels" ContentType="application/vnd.openxmlformats-package.relationships+xml"/>
  <Override PartName="/ppt/slides/_rels/slide31.xml.rels" ContentType="application/vnd.openxmlformats-package.relationships+xml"/>
  <Override PartName="/ppt/slides/_rels/slide7.xml.rels" ContentType="application/vnd.openxmlformats-package.relationships+xml"/>
  <Override PartName="/ppt/slides/_rels/slide36.xml.rels" ContentType="application/vnd.openxmlformats-package.relationships+xml"/>
  <Override PartName="/ppt/slides/_rels/slide10.xml.rels" ContentType="application/vnd.openxmlformats-package.relationships+xml"/>
  <Override PartName="/ppt/slides/_rels/slide37.xml.rels" ContentType="application/vnd.openxmlformats-package.relationships+xml"/>
  <Override PartName="/ppt/slides/_rels/slide27.xml.rels" ContentType="application/vnd.openxmlformats-package.relationships+xml"/>
  <Override PartName="/ppt/slides/_rels/slide38.xml.rels" ContentType="application/vnd.openxmlformats-package.relationships+xml"/>
  <Override PartName="/ppt/slides/_rels/slide24.xml.rels" ContentType="application/vnd.openxmlformats-package.relationships+xml"/>
  <Override PartName="/ppt/slides/_rels/slide35.xml.rels" ContentType="application/vnd.openxmlformats-package.relationships+xml"/>
  <Override PartName="/ppt/slides/_rels/slide39.xml.rels" ContentType="application/vnd.openxmlformats-package.relationships+xml"/>
  <Override PartName="/ppt/slides/_rels/slide21.xml.rels" ContentType="application/vnd.openxmlformats-package.relationships+xml"/>
  <Override PartName="/ppt/slides/_rels/slide25.xml.rels" ContentType="application/vnd.openxmlformats-package.relationships+xml"/>
  <Override PartName="/ppt/slides/_rels/slide13.xml.rels" ContentType="application/vnd.openxmlformats-package.relationships+xml"/>
  <Override PartName="/ppt/slides/_rels/slide28.xml.rels" ContentType="application/vnd.openxmlformats-package.relationships+xml"/>
  <Override PartName="/ppt/slides/_rels/slide22.xml.rels" ContentType="application/vnd.openxmlformats-package.relationships+xml"/>
  <Override PartName="/ppt/slides/_rels/slide19.xml.rels" ContentType="application/vnd.openxmlformats-package.relationships+xml"/>
  <Override PartName="/ppt/slides/slide31.xml" ContentType="application/vnd.openxmlformats-officedocument.presentationml.slide+xml"/>
  <Override PartName="/ppt/slides/slide39.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notesSlides/_rels/notesSlide39.xml.rels" ContentType="application/vnd.openxmlformats-package.relationships+xml"/>
  <Override PartName="/ppt/notesSlides/_rels/notesSlide26.xml.rels" ContentType="application/vnd.openxmlformats-package.relationships+xml"/>
  <Override PartName="/ppt/notesSlides/_rels/notesSlide20.xml.rels" ContentType="application/vnd.openxmlformats-package.relationships+xml"/>
  <Override PartName="/ppt/notesSlides/_rels/notesSlide16.xml.rels" ContentType="application/vnd.openxmlformats-package.relationships+xml"/>
  <Override PartName="/ppt/notesSlides/notesSlide16.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3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trike="noStrike" u="none">
                <a:solidFill>
                  <a:schemeClr val="dk1"/>
                </a:solidFill>
                <a:effectLst/>
                <a:uFillTx/>
                <a:latin typeface="Calibri"/>
              </a:rPr>
              <a:t>Click to move the slide</a:t>
            </a:r>
            <a:endParaRPr b="0" lang="en-US" sz="1800" strike="noStrike" u="none">
              <a:solidFill>
                <a:schemeClr val="dk1"/>
              </a:solidFill>
              <a:effectLst/>
              <a:uFillTx/>
              <a:latin typeface="Calibri"/>
            </a:endParaRPr>
          </a:p>
        </p:txBody>
      </p:sp>
      <p:sp>
        <p:nvSpPr>
          <p:cNvPr id="6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IL" sz="2000" strike="noStrike" u="none">
                <a:solidFill>
                  <a:srgbClr val="000000"/>
                </a:solidFill>
                <a:effectLst/>
                <a:uFillTx/>
                <a:latin typeface="Arial"/>
              </a:rPr>
              <a:t>Click to edit the notes format</a:t>
            </a:r>
            <a:endParaRPr b="0" lang="en-IL" sz="2000" strike="noStrike" u="none">
              <a:solidFill>
                <a:srgbClr val="000000"/>
              </a:solidFill>
              <a:effectLst/>
              <a:uFillTx/>
              <a:latin typeface="Arial"/>
            </a:endParaRPr>
          </a:p>
        </p:txBody>
      </p:sp>
      <p:sp>
        <p:nvSpPr>
          <p:cNvPr id="62"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IL" sz="1400" strike="noStrike" u="none">
                <a:solidFill>
                  <a:srgbClr val="000000"/>
                </a:solidFill>
                <a:effectLst/>
                <a:uFillTx/>
                <a:latin typeface="Times New Roman"/>
              </a:rPr>
              <a:t>&lt;header&gt;</a:t>
            </a:r>
            <a:endParaRPr b="0" lang="en-IL" sz="1400" strike="noStrike" u="none">
              <a:solidFill>
                <a:srgbClr val="000000"/>
              </a:solidFill>
              <a:effectLst/>
              <a:uFillTx/>
              <a:latin typeface="Times New Roman"/>
            </a:endParaRPr>
          </a:p>
        </p:txBody>
      </p:sp>
      <p:sp>
        <p:nvSpPr>
          <p:cNvPr id="63"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IL" sz="1400" strike="noStrike" u="none">
                <a:solidFill>
                  <a:srgbClr val="000000"/>
                </a:solidFill>
                <a:effectLst/>
                <a:uFillTx/>
                <a:latin typeface="Times New Roman"/>
              </a:defRPr>
            </a:lvl1pPr>
          </a:lstStyle>
          <a:p>
            <a:pPr indent="0" algn="r">
              <a:buNone/>
            </a:pPr>
            <a:r>
              <a:rPr b="0" lang="en-IL" sz="1400" strike="noStrike" u="none">
                <a:solidFill>
                  <a:srgbClr val="000000"/>
                </a:solidFill>
                <a:effectLst/>
                <a:uFillTx/>
                <a:latin typeface="Times New Roman"/>
              </a:rPr>
              <a:t>&lt;date/time&gt;</a:t>
            </a:r>
            <a:endParaRPr b="0" lang="en-IL" sz="1400" strike="noStrike" u="none">
              <a:solidFill>
                <a:srgbClr val="000000"/>
              </a:solidFill>
              <a:effectLst/>
              <a:uFillTx/>
              <a:latin typeface="Times New Roman"/>
            </a:endParaRPr>
          </a:p>
        </p:txBody>
      </p:sp>
      <p:sp>
        <p:nvSpPr>
          <p:cNvPr id="64"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IL" sz="1400" strike="noStrike" u="none">
                <a:solidFill>
                  <a:srgbClr val="000000"/>
                </a:solidFill>
                <a:effectLst/>
                <a:uFillTx/>
                <a:latin typeface="Times New Roman"/>
              </a:defRPr>
            </a:lvl1pPr>
          </a:lstStyle>
          <a:p>
            <a:pPr indent="0">
              <a:buNone/>
            </a:pPr>
            <a:r>
              <a:rPr b="0" lang="en-IL" sz="1400" strike="noStrike" u="none">
                <a:solidFill>
                  <a:srgbClr val="000000"/>
                </a:solidFill>
                <a:effectLst/>
                <a:uFillTx/>
                <a:latin typeface="Times New Roman"/>
              </a:rPr>
              <a:t>&lt;footer&gt;</a:t>
            </a:r>
            <a:endParaRPr b="0" lang="en-IL" sz="1400" strike="noStrike" u="none">
              <a:solidFill>
                <a:srgbClr val="000000"/>
              </a:solidFill>
              <a:effectLst/>
              <a:uFillTx/>
              <a:latin typeface="Times New Roman"/>
            </a:endParaRPr>
          </a:p>
        </p:txBody>
      </p:sp>
      <p:sp>
        <p:nvSpPr>
          <p:cNvPr id="65"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IL" sz="1400" strike="noStrike" u="none">
                <a:solidFill>
                  <a:srgbClr val="000000"/>
                </a:solidFill>
                <a:effectLst/>
                <a:uFillTx/>
                <a:latin typeface="Times New Roman"/>
              </a:defRPr>
            </a:lvl1pPr>
          </a:lstStyle>
          <a:p>
            <a:pPr indent="0" algn="r">
              <a:buNone/>
            </a:pPr>
            <a:fld id="{179AF4F4-8067-41D0-96C7-0A4887627453}" type="slidenum">
              <a:rPr b="0" lang="en-IL" sz="1400" strike="noStrike" u="none">
                <a:solidFill>
                  <a:srgbClr val="000000"/>
                </a:solidFill>
                <a:effectLst/>
                <a:uFillTx/>
                <a:latin typeface="Times New Roman"/>
              </a:rPr>
              <a:t>&lt;number&gt;</a:t>
            </a:fld>
            <a:endParaRPr b="0" lang="en-IL"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sldImg"/>
          </p:nvPr>
        </p:nvSpPr>
        <p:spPr>
          <a:xfrm>
            <a:off x="380880" y="685800"/>
            <a:ext cx="6095520" cy="3428640"/>
          </a:xfrm>
          <a:prstGeom prst="rect">
            <a:avLst/>
          </a:prstGeom>
          <a:ln w="0">
            <a:noFill/>
          </a:ln>
        </p:spPr>
      </p:sp>
      <p:sp>
        <p:nvSpPr>
          <p:cNvPr id="15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buNone/>
            </a:pPr>
            <a:endParaRPr b="0" lang="en-IL" sz="1800" strike="noStrike" u="none">
              <a:solidFill>
                <a:srgbClr val="000000"/>
              </a:solidFill>
              <a:effectLst/>
              <a:uFillTx/>
              <a:latin typeface="Arial"/>
            </a:endParaRPr>
          </a:p>
        </p:txBody>
      </p:sp>
      <p:sp>
        <p:nvSpPr>
          <p:cNvPr id="155" name="PlaceHolder 3"/>
          <p:cNvSpPr>
            <a:spLocks noGrp="1"/>
          </p:cNvSpPr>
          <p:nvPr>
            <p:ph type="sldNum" idx="37"/>
          </p:nvPr>
        </p:nvSpPr>
        <p:spPr>
          <a:xfrm>
            <a:off x="1440" y="8685360"/>
            <a:ext cx="2971440" cy="456840"/>
          </a:xfrm>
          <a:prstGeom prst="rect">
            <a:avLst/>
          </a:prstGeom>
          <a:noFill/>
          <a:ln w="0">
            <a:noFill/>
          </a:ln>
        </p:spPr>
        <p:txBody>
          <a:bodyPr lIns="91440" rIns="91440" tIns="45720" bIns="45720" anchor="b">
            <a:noAutofit/>
          </a:bodyPr>
          <a:lstStyle>
            <a:lvl1pPr indent="0">
              <a:lnSpc>
                <a:spcPct val="100000"/>
              </a:lnSpc>
              <a:buNone/>
              <a:defRPr b="0" lang="en-IL" sz="1200" strike="noStrike" u="none">
                <a:solidFill>
                  <a:srgbClr val="000000"/>
                </a:solidFill>
                <a:effectLst/>
                <a:uFillTx/>
                <a:latin typeface="Times New Roman"/>
              </a:defRPr>
            </a:lvl1pPr>
          </a:lstStyle>
          <a:p>
            <a:pPr indent="0">
              <a:lnSpc>
                <a:spcPct val="100000"/>
              </a:lnSpc>
              <a:buNone/>
            </a:pPr>
            <a:fld id="{DF8CBACE-7647-4976-89EB-6F99B10EAA5B}" type="slidenum">
              <a:rPr b="0" lang="en-IL" sz="1200" strike="noStrike" u="none">
                <a:solidFill>
                  <a:srgbClr val="000000"/>
                </a:solidFill>
                <a:effectLst/>
                <a:uFillTx/>
                <a:latin typeface="Times New Roman"/>
              </a:rPr>
              <a:t>&lt;number&gt;</a:t>
            </a:fld>
            <a:endParaRPr b="0" lang="en-IL" sz="1200" strike="noStrike" u="non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sldImg"/>
          </p:nvPr>
        </p:nvSpPr>
        <p:spPr>
          <a:xfrm>
            <a:off x="380880" y="685800"/>
            <a:ext cx="6095520" cy="3428640"/>
          </a:xfrm>
          <a:prstGeom prst="rect">
            <a:avLst/>
          </a:prstGeom>
          <a:ln w="0">
            <a:noFill/>
          </a:ln>
        </p:spPr>
      </p:sp>
      <p:sp>
        <p:nvSpPr>
          <p:cNvPr id="15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buNone/>
            </a:pPr>
            <a:endParaRPr b="0" lang="en-IL" sz="1800" strike="noStrike" u="none">
              <a:solidFill>
                <a:srgbClr val="000000"/>
              </a:solidFill>
              <a:effectLst/>
              <a:uFillTx/>
              <a:latin typeface="Arial"/>
            </a:endParaRPr>
          </a:p>
        </p:txBody>
      </p:sp>
      <p:sp>
        <p:nvSpPr>
          <p:cNvPr id="158" name="PlaceHolder 3"/>
          <p:cNvSpPr>
            <a:spLocks noGrp="1"/>
          </p:cNvSpPr>
          <p:nvPr>
            <p:ph type="sldNum" idx="38"/>
          </p:nvPr>
        </p:nvSpPr>
        <p:spPr>
          <a:xfrm>
            <a:off x="1440" y="8685360"/>
            <a:ext cx="2971440" cy="456840"/>
          </a:xfrm>
          <a:prstGeom prst="rect">
            <a:avLst/>
          </a:prstGeom>
          <a:noFill/>
          <a:ln w="0">
            <a:noFill/>
          </a:ln>
        </p:spPr>
        <p:txBody>
          <a:bodyPr lIns="91440" rIns="91440" tIns="45720" bIns="45720" anchor="b">
            <a:noAutofit/>
          </a:bodyPr>
          <a:lstStyle>
            <a:lvl1pPr indent="0">
              <a:lnSpc>
                <a:spcPct val="100000"/>
              </a:lnSpc>
              <a:buNone/>
              <a:defRPr b="0" lang="en-IL" sz="1200" strike="noStrike" u="none">
                <a:solidFill>
                  <a:srgbClr val="000000"/>
                </a:solidFill>
                <a:effectLst/>
                <a:uFillTx/>
                <a:latin typeface="Times New Roman"/>
              </a:defRPr>
            </a:lvl1pPr>
          </a:lstStyle>
          <a:p>
            <a:pPr indent="0">
              <a:lnSpc>
                <a:spcPct val="100000"/>
              </a:lnSpc>
              <a:buNone/>
            </a:pPr>
            <a:fld id="{453DCD4F-AB31-46A8-9AE5-96FD3DE5C091}" type="slidenum">
              <a:rPr b="0" lang="en-IL" sz="1200" strike="noStrike" u="none">
                <a:solidFill>
                  <a:srgbClr val="000000"/>
                </a:solidFill>
                <a:effectLst/>
                <a:uFillTx/>
                <a:latin typeface="Times New Roman"/>
              </a:rPr>
              <a:t>&lt;number&gt;</a:t>
            </a:fld>
            <a:endParaRPr b="0" lang="en-IL" sz="1200" strike="noStrike" u="non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sldImg"/>
          </p:nvPr>
        </p:nvSpPr>
        <p:spPr>
          <a:xfrm>
            <a:off x="380880" y="685800"/>
            <a:ext cx="6095520" cy="3428640"/>
          </a:xfrm>
          <a:prstGeom prst="rect">
            <a:avLst/>
          </a:prstGeom>
          <a:ln w="0">
            <a:noFill/>
          </a:ln>
        </p:spPr>
      </p:sp>
      <p:sp>
        <p:nvSpPr>
          <p:cNvPr id="16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buNone/>
            </a:pPr>
            <a:endParaRPr b="0" lang="en-IL" sz="1800" strike="noStrike" u="none">
              <a:solidFill>
                <a:srgbClr val="000000"/>
              </a:solidFill>
              <a:effectLst/>
              <a:uFillTx/>
              <a:latin typeface="Arial"/>
            </a:endParaRPr>
          </a:p>
        </p:txBody>
      </p:sp>
      <p:sp>
        <p:nvSpPr>
          <p:cNvPr id="161" name="PlaceHolder 3"/>
          <p:cNvSpPr>
            <a:spLocks noGrp="1"/>
          </p:cNvSpPr>
          <p:nvPr>
            <p:ph type="sldNum" idx="39"/>
          </p:nvPr>
        </p:nvSpPr>
        <p:spPr>
          <a:xfrm>
            <a:off x="1440" y="8685360"/>
            <a:ext cx="2971440" cy="456840"/>
          </a:xfrm>
          <a:prstGeom prst="rect">
            <a:avLst/>
          </a:prstGeom>
          <a:noFill/>
          <a:ln w="0">
            <a:noFill/>
          </a:ln>
        </p:spPr>
        <p:txBody>
          <a:bodyPr lIns="91440" rIns="91440" tIns="45720" bIns="45720" anchor="b">
            <a:noAutofit/>
          </a:bodyPr>
          <a:lstStyle>
            <a:lvl1pPr indent="0">
              <a:lnSpc>
                <a:spcPct val="100000"/>
              </a:lnSpc>
              <a:buNone/>
              <a:defRPr b="0" lang="en-IL" sz="1200" strike="noStrike" u="none">
                <a:solidFill>
                  <a:srgbClr val="000000"/>
                </a:solidFill>
                <a:effectLst/>
                <a:uFillTx/>
                <a:latin typeface="Times New Roman"/>
              </a:defRPr>
            </a:lvl1pPr>
          </a:lstStyle>
          <a:p>
            <a:pPr indent="0">
              <a:lnSpc>
                <a:spcPct val="100000"/>
              </a:lnSpc>
              <a:buNone/>
            </a:pPr>
            <a:fld id="{E48A1AA9-833E-41D8-935D-BF3724E05B31}" type="slidenum">
              <a:rPr b="0" lang="en-IL" sz="1200" strike="noStrike" u="none">
                <a:solidFill>
                  <a:srgbClr val="000000"/>
                </a:solidFill>
                <a:effectLst/>
                <a:uFillTx/>
                <a:latin typeface="Times New Roman"/>
              </a:rPr>
              <a:t>&lt;number&gt;</a:t>
            </a:fld>
            <a:endParaRPr b="0" lang="en-IL" sz="1200" strike="noStrike" u="non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sldImg"/>
          </p:nvPr>
        </p:nvSpPr>
        <p:spPr>
          <a:xfrm>
            <a:off x="380880" y="685800"/>
            <a:ext cx="6095520" cy="3428640"/>
          </a:xfrm>
          <a:prstGeom prst="rect">
            <a:avLst/>
          </a:prstGeom>
          <a:ln w="0">
            <a:noFill/>
          </a:ln>
        </p:spPr>
      </p:sp>
      <p:sp>
        <p:nvSpPr>
          <p:cNvPr id="16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buNone/>
            </a:pPr>
            <a:endParaRPr b="0" lang="en-IL" sz="1800" strike="noStrike" u="none">
              <a:solidFill>
                <a:srgbClr val="000000"/>
              </a:solidFill>
              <a:effectLst/>
              <a:uFillTx/>
              <a:latin typeface="Arial"/>
            </a:endParaRPr>
          </a:p>
        </p:txBody>
      </p:sp>
      <p:sp>
        <p:nvSpPr>
          <p:cNvPr id="164" name="PlaceHolder 3"/>
          <p:cNvSpPr>
            <a:spLocks noGrp="1"/>
          </p:cNvSpPr>
          <p:nvPr>
            <p:ph type="sldNum" idx="40"/>
          </p:nvPr>
        </p:nvSpPr>
        <p:spPr>
          <a:xfrm>
            <a:off x="1440" y="8685360"/>
            <a:ext cx="2971440" cy="456840"/>
          </a:xfrm>
          <a:prstGeom prst="rect">
            <a:avLst/>
          </a:prstGeom>
          <a:noFill/>
          <a:ln w="0">
            <a:noFill/>
          </a:ln>
        </p:spPr>
        <p:txBody>
          <a:bodyPr lIns="91440" rIns="91440" tIns="45720" bIns="45720" anchor="b">
            <a:noAutofit/>
          </a:bodyPr>
          <a:lstStyle>
            <a:lvl1pPr indent="0" defTabSz="914400">
              <a:lnSpc>
                <a:spcPct val="100000"/>
              </a:lnSpc>
              <a:buNone/>
              <a:defRPr b="0" lang="en-IL" sz="1200" strike="noStrike" u="none">
                <a:solidFill>
                  <a:schemeClr val="dk1"/>
                </a:solidFill>
                <a:effectLst/>
                <a:uFillTx/>
                <a:latin typeface="+mn-lt"/>
                <a:ea typeface="+mn-ea"/>
              </a:defRPr>
            </a:lvl1pPr>
          </a:lstStyle>
          <a:p>
            <a:pPr indent="0" defTabSz="914400">
              <a:lnSpc>
                <a:spcPct val="100000"/>
              </a:lnSpc>
              <a:buNone/>
            </a:pPr>
            <a:fld id="{C11A48D7-C46C-4F38-B3FF-8447325EE0C5}" type="slidenum">
              <a:rPr b="0" lang="en-IL" sz="1200" strike="noStrike" u="none">
                <a:solidFill>
                  <a:schemeClr val="dk1"/>
                </a:solidFill>
                <a:effectLst/>
                <a:uFillTx/>
                <a:latin typeface="+mn-lt"/>
                <a:ea typeface="+mn-ea"/>
              </a:rPr>
              <a:t>&lt;number&gt;</a:t>
            </a:fld>
            <a:endParaRPr b="0" lang="en-IL"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b="0" lang="en-US" sz="6000" strike="noStrike" u="none">
                <a:solidFill>
                  <a:schemeClr val="dk1"/>
                </a:solidFill>
                <a:effectLst/>
                <a:uFillTx/>
                <a:latin typeface="Calibri Light"/>
              </a:rPr>
              <a:t>Click to edit Master title style</a:t>
            </a:r>
            <a:endParaRPr b="0" lang="en-US" sz="6000" strike="noStrike" u="none">
              <a:solidFill>
                <a:schemeClr val="dk1"/>
              </a:solidFill>
              <a:effectLst/>
              <a:uFillTx/>
              <a:latin typeface="Calibri"/>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 </a:t>
            </a:r>
            <a:endParaRPr b="0" lang="en-IL" sz="1200" strike="noStrike" u="non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L" sz="1400" strike="noStrike" u="none">
                <a:solidFill>
                  <a:srgbClr val="000000"/>
                </a:solidFill>
                <a:effectLst/>
                <a:uFillTx/>
                <a:latin typeface="Times New Roman"/>
              </a:defRPr>
            </a:lvl1pPr>
          </a:lstStyle>
          <a:p>
            <a:pPr indent="0" algn="ctr">
              <a:buNone/>
            </a:pPr>
            <a:r>
              <a:rPr b="0" lang="en-IL" sz="1400" strike="noStrike" u="none">
                <a:solidFill>
                  <a:srgbClr val="000000"/>
                </a:solidFill>
                <a:effectLst/>
                <a:uFillTx/>
                <a:latin typeface="Times New Roman"/>
              </a:rPr>
              <a:t> </a:t>
            </a:r>
            <a:endParaRPr b="0" lang="en-IL" sz="1400" strike="noStrike" u="non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89F74528-4083-4721-9772-293AC77FAC9B}" type="slidenum">
              <a:rPr b="0" lang="en-US" sz="1200" strike="noStrike" u="none">
                <a:solidFill>
                  <a:schemeClr val="dk1">
                    <a:tint val="75000"/>
                  </a:schemeClr>
                </a:solidFill>
                <a:effectLst/>
                <a:uFillTx/>
                <a:latin typeface="Calibri"/>
              </a:rPr>
              <a:t>1</a:t>
            </a:fld>
            <a:endParaRPr b="0" lang="en-IL" sz="1200" strike="noStrike" u="non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alibri"/>
              </a:rPr>
              <a:t>Click to edit the outline text format</a:t>
            </a:r>
            <a:endParaRPr b="0" lang="en-US" sz="2800" strike="noStrike" u="none">
              <a:solidFill>
                <a:schemeClr val="dk1"/>
              </a:solidFill>
              <a:effectLst/>
              <a:uFillTx/>
              <a:latin typeface="Calibri"/>
            </a:endParaRPr>
          </a:p>
          <a:p>
            <a:pPr lvl="1" marL="864000" indent="-324000">
              <a:lnSpc>
                <a:spcPct val="90000"/>
              </a:lnSpc>
              <a:spcBef>
                <a:spcPts val="1134"/>
              </a:spcBef>
              <a:buClr>
                <a:srgbClr val="000000"/>
              </a:buClr>
              <a:buSzPct val="75000"/>
              <a:buFont typeface="Symbol" charset="2"/>
              <a:buChar char=""/>
            </a:pPr>
            <a:r>
              <a:rPr b="0" lang="en-US" sz="2000" strike="noStrike" u="none">
                <a:solidFill>
                  <a:schemeClr val="dk1"/>
                </a:solidFill>
                <a:effectLst/>
                <a:uFillTx/>
                <a:latin typeface="Calibri"/>
              </a:rPr>
              <a:t>Second Outline Level</a:t>
            </a:r>
            <a:endParaRPr b="0" lang="en-US" sz="2000" strike="noStrike" u="none">
              <a:solidFill>
                <a:schemeClr val="dk1"/>
              </a:solidFill>
              <a:effectLst/>
              <a:uFillTx/>
              <a:latin typeface="Calibri"/>
            </a:endParaRPr>
          </a:p>
          <a:p>
            <a:pPr lvl="2" marL="1296000" indent="-288000">
              <a:lnSpc>
                <a:spcPct val="90000"/>
              </a:lnSpc>
              <a:spcBef>
                <a:spcPts val="850"/>
              </a:spcBef>
              <a:buClr>
                <a:srgbClr val="000000"/>
              </a:buClr>
              <a:buSzPct val="45000"/>
              <a:buFont typeface="Wingdings" charset="2"/>
              <a:buChar char=""/>
            </a:pPr>
            <a:r>
              <a:rPr b="0" lang="en-US" sz="1800" strike="noStrike" u="none">
                <a:solidFill>
                  <a:schemeClr val="dk1"/>
                </a:solidFill>
                <a:effectLst/>
                <a:uFillTx/>
                <a:latin typeface="Calibri"/>
              </a:rPr>
              <a:t>Third Outline Level</a:t>
            </a:r>
            <a:endParaRPr b="0" lang="en-US" sz="1800" strike="noStrike" u="none">
              <a:solidFill>
                <a:schemeClr val="dk1"/>
              </a:solidFill>
              <a:effectLst/>
              <a:uFillTx/>
              <a:latin typeface="Calibri"/>
            </a:endParaRPr>
          </a:p>
          <a:p>
            <a:pPr lvl="3" marL="1728000" indent="-216000">
              <a:lnSpc>
                <a:spcPct val="90000"/>
              </a:lnSpc>
              <a:spcBef>
                <a:spcPts val="567"/>
              </a:spcBef>
              <a:buClr>
                <a:srgbClr val="000000"/>
              </a:buClr>
              <a:buSzPct val="75000"/>
              <a:buFont typeface="Symbol" charset="2"/>
              <a:buChar char=""/>
            </a:pPr>
            <a:r>
              <a:rPr b="0" lang="en-US" sz="1800" strike="noStrike" u="none">
                <a:solidFill>
                  <a:schemeClr val="dk1"/>
                </a:solidFill>
                <a:effectLst/>
                <a:uFillTx/>
                <a:latin typeface="Calibri"/>
              </a:rPr>
              <a:t>Fourth Outline Level</a:t>
            </a:r>
            <a:endParaRPr b="0" lang="en-US" sz="1800" strike="noStrike" u="none">
              <a:solidFill>
                <a:schemeClr val="dk1"/>
              </a:solidFill>
              <a:effectLst/>
              <a:uFillTx/>
              <a:latin typeface="Calibri"/>
            </a:endParaRPr>
          </a:p>
          <a:p>
            <a:pPr lvl="4" marL="2160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a:solidFill>
                  <a:schemeClr val="dk1"/>
                </a:solidFill>
                <a:effectLst/>
                <a:uFillTx/>
                <a:latin typeface="Calibri Light"/>
              </a:rPr>
              <a:t>Click to edit Master title style</a:t>
            </a:r>
            <a:endParaRPr b="0" lang="en-US" sz="4400" strike="noStrike" u="none">
              <a:solidFill>
                <a:schemeClr val="dk1"/>
              </a:solidFill>
              <a:effectLst/>
              <a:uFillTx/>
              <a:latin typeface="Calibri"/>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Edit Master text styles</a:t>
            </a:r>
            <a:endParaRPr b="0" lang="en-US" sz="28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en-IL" sz="1200" strike="noStrike" u="non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L" sz="1400" strike="noStrike" u="none">
                <a:solidFill>
                  <a:srgbClr val="000000"/>
                </a:solidFill>
                <a:effectLst/>
                <a:uFillTx/>
                <a:latin typeface="Times New Roman"/>
              </a:defRPr>
            </a:lvl1pPr>
          </a:lstStyle>
          <a:p>
            <a:pPr indent="0" algn="ctr">
              <a:buNone/>
            </a:pPr>
            <a:r>
              <a:rPr b="0" lang="en-IL" sz="1400" strike="noStrike" u="none">
                <a:solidFill>
                  <a:srgbClr val="000000"/>
                </a:solidFill>
                <a:effectLst/>
                <a:uFillTx/>
                <a:latin typeface="Times New Roman"/>
              </a:rPr>
              <a:t>&lt;footer&gt;</a:t>
            </a:r>
            <a:endParaRPr b="0" lang="en-IL" sz="1400" strike="noStrike" u="none">
              <a:solidFill>
                <a:srgbClr val="000000"/>
              </a:solidFill>
              <a:effectLst/>
              <a:uFillTx/>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6FD95F5A-B880-4E76-998B-632915E791C4}" type="slidenum">
              <a:rPr b="0" lang="en-US" sz="1200" strike="noStrike" u="none">
                <a:solidFill>
                  <a:schemeClr val="dk1">
                    <a:tint val="75000"/>
                  </a:schemeClr>
                </a:solidFill>
                <a:effectLst/>
                <a:uFillTx/>
                <a:latin typeface="Calibri"/>
              </a:rPr>
              <a:t>&lt;number&gt;</a:t>
            </a:fld>
            <a:endParaRPr b="0" lang="en-IL" sz="12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b="0" lang="en-US" sz="4400" strike="noStrike" u="none">
                <a:solidFill>
                  <a:schemeClr val="dk1"/>
                </a:solidFill>
                <a:effectLst/>
                <a:uFillTx/>
                <a:latin typeface="Calibri Light"/>
              </a:rPr>
              <a:t>Click to edit Master title style</a:t>
            </a:r>
            <a:endParaRPr b="0" lang="en-US" sz="4400" strike="noStrike" u="none">
              <a:solidFill>
                <a:schemeClr val="dk1"/>
              </a:solidFill>
              <a:effectLst/>
              <a:uFillTx/>
              <a:latin typeface="Calibri"/>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Edit Master text styles</a:t>
            </a:r>
            <a:endParaRPr b="0" lang="en-US" sz="28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en-IL" sz="1200" strike="noStrike" u="non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L" sz="1400" strike="noStrike" u="none">
                <a:solidFill>
                  <a:srgbClr val="000000"/>
                </a:solidFill>
                <a:effectLst/>
                <a:uFillTx/>
                <a:latin typeface="Times New Roman"/>
              </a:defRPr>
            </a:lvl1pPr>
          </a:lstStyle>
          <a:p>
            <a:pPr indent="0" algn="ctr">
              <a:buNone/>
            </a:pPr>
            <a:r>
              <a:rPr b="0" lang="en-IL" sz="1400" strike="noStrike" u="none">
                <a:solidFill>
                  <a:srgbClr val="000000"/>
                </a:solidFill>
                <a:effectLst/>
                <a:uFillTx/>
                <a:latin typeface="Times New Roman"/>
              </a:rPr>
              <a:t>&lt;footer&gt;</a:t>
            </a:r>
            <a:endParaRPr b="0" lang="en-IL" sz="1400" strike="noStrike" u="none">
              <a:solidFill>
                <a:srgbClr val="000000"/>
              </a:solidFill>
              <a:effectLst/>
              <a:uFillTx/>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148A16F7-5223-418B-A71B-959048961720}" type="slidenum">
              <a:rPr b="0" lang="en-US" sz="1200" strike="noStrike" u="none">
                <a:solidFill>
                  <a:schemeClr val="dk1">
                    <a:tint val="75000"/>
                  </a:schemeClr>
                </a:solidFill>
                <a:effectLst/>
                <a:uFillTx/>
                <a:latin typeface="Calibri"/>
              </a:rPr>
              <a:t>&lt;number&gt;</a:t>
            </a:fld>
            <a:endParaRPr b="0" lang="en-IL" sz="12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a:solidFill>
                  <a:schemeClr val="dk1"/>
                </a:solidFill>
                <a:effectLst/>
                <a:uFillTx/>
                <a:latin typeface="Calibri Light"/>
              </a:rPr>
              <a:t>Click to edit Master title style</a:t>
            </a:r>
            <a:endParaRPr b="0" lang="en-US" sz="4400" strike="noStrike" u="none">
              <a:solidFill>
                <a:schemeClr val="dk1"/>
              </a:solidFill>
              <a:effectLst/>
              <a:uFillTx/>
              <a:latin typeface="Calibri"/>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Edit Master text styles</a:t>
            </a:r>
            <a:endParaRPr b="0" lang="en-US" sz="28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en-IL" sz="1200" strike="noStrike" u="none">
              <a:solidFill>
                <a:srgbClr val="000000"/>
              </a:solidFill>
              <a:effectLst/>
              <a:uFillTx/>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L" sz="1400" strike="noStrike" u="none">
                <a:solidFill>
                  <a:srgbClr val="000000"/>
                </a:solidFill>
                <a:effectLst/>
                <a:uFillTx/>
                <a:latin typeface="Times New Roman"/>
              </a:defRPr>
            </a:lvl1pPr>
          </a:lstStyle>
          <a:p>
            <a:pPr indent="0" algn="ctr">
              <a:buNone/>
            </a:pPr>
            <a:r>
              <a:rPr b="0" lang="en-IL" sz="1400" strike="noStrike" u="none">
                <a:solidFill>
                  <a:srgbClr val="000000"/>
                </a:solidFill>
                <a:effectLst/>
                <a:uFillTx/>
                <a:latin typeface="Times New Roman"/>
              </a:rPr>
              <a:t>&lt;footer&gt;</a:t>
            </a:r>
            <a:endParaRPr b="0" lang="en-IL" sz="1400" strike="noStrike" u="none">
              <a:solidFill>
                <a:srgbClr val="000000"/>
              </a:solidFill>
              <a:effectLst/>
              <a:uFillTx/>
              <a:latin typeface="Times New Roman"/>
            </a:endParaRP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0D73F7AF-AF1D-4B24-9D24-283910CAD29E}" type="slidenum">
              <a:rPr b="0" lang="en-US" sz="1200" strike="noStrike" u="none">
                <a:solidFill>
                  <a:schemeClr val="dk1">
                    <a:tint val="75000"/>
                  </a:schemeClr>
                </a:solidFill>
                <a:effectLst/>
                <a:uFillTx/>
                <a:latin typeface="Calibri"/>
              </a:rPr>
              <a:t>&lt;number&gt;</a:t>
            </a:fld>
            <a:endParaRPr b="0" lang="en-IL" sz="12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b="0" lang="en-US" sz="6000" strike="noStrike" u="none">
                <a:solidFill>
                  <a:schemeClr val="dk1"/>
                </a:solidFill>
                <a:effectLst/>
                <a:uFillTx/>
                <a:latin typeface="Calibri Light"/>
              </a:rPr>
              <a:t>Click to edit Master title style</a:t>
            </a:r>
            <a:endParaRPr b="0" lang="en-US" sz="6000" strike="noStrike" u="none">
              <a:solidFill>
                <a:schemeClr val="dk1"/>
              </a:solidFill>
              <a:effectLst/>
              <a:uFillTx/>
              <a:latin typeface="Calibri"/>
            </a:endParaRPr>
          </a:p>
        </p:txBody>
      </p:sp>
      <p:sp>
        <p:nvSpPr>
          <p:cNvPr id="23"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400" strike="noStrike" u="none">
                <a:solidFill>
                  <a:schemeClr val="dk1">
                    <a:tint val="75000"/>
                  </a:schemeClr>
                </a:solidFill>
                <a:effectLst/>
                <a:uFillTx/>
                <a:latin typeface="Calibri"/>
              </a:rPr>
              <a:t>Edit Master text styles</a:t>
            </a:r>
            <a:endParaRPr b="0" lang="en-US" sz="2400" strike="noStrike" u="none">
              <a:solidFill>
                <a:schemeClr val="dk1"/>
              </a:solidFill>
              <a:effectLst/>
              <a:uFillTx/>
              <a:latin typeface="Calibri"/>
            </a:endParaRPr>
          </a:p>
        </p:txBody>
      </p:sp>
      <p:sp>
        <p:nvSpPr>
          <p:cNvPr id="24"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en-IL" sz="1200" strike="noStrike" u="non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L" sz="1400" strike="noStrike" u="none">
                <a:solidFill>
                  <a:srgbClr val="000000"/>
                </a:solidFill>
                <a:effectLst/>
                <a:uFillTx/>
                <a:latin typeface="Times New Roman"/>
              </a:defRPr>
            </a:lvl1pPr>
          </a:lstStyle>
          <a:p>
            <a:pPr indent="0" algn="ctr">
              <a:buNone/>
            </a:pPr>
            <a:r>
              <a:rPr b="0" lang="en-IL" sz="1400" strike="noStrike" u="none">
                <a:solidFill>
                  <a:srgbClr val="000000"/>
                </a:solidFill>
                <a:effectLst/>
                <a:uFillTx/>
                <a:latin typeface="Times New Roman"/>
              </a:rPr>
              <a:t>&lt;footer&gt;</a:t>
            </a:r>
            <a:endParaRPr b="0" lang="en-IL" sz="1400" strike="noStrike" u="none">
              <a:solidFill>
                <a:srgbClr val="000000"/>
              </a:solidFill>
              <a:effectLst/>
              <a:uFillTx/>
              <a:latin typeface="Times New Roman"/>
            </a:endParaRPr>
          </a:p>
        </p:txBody>
      </p:sp>
      <p:sp>
        <p:nvSpPr>
          <p:cNvPr id="26"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68FB206E-CB90-4701-AEE4-51EFAA999F87}" type="slidenum">
              <a:rPr b="0" lang="en-US" sz="1200" strike="noStrike" u="none">
                <a:solidFill>
                  <a:schemeClr val="dk1">
                    <a:tint val="75000"/>
                  </a:schemeClr>
                </a:solidFill>
                <a:effectLst/>
                <a:uFillTx/>
                <a:latin typeface="Calibri"/>
              </a:rPr>
              <a:t>&lt;number&gt;</a:t>
            </a:fld>
            <a:endParaRPr b="0" lang="en-IL" sz="12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a:solidFill>
                  <a:schemeClr val="dk1"/>
                </a:solidFill>
                <a:effectLst/>
                <a:uFillTx/>
                <a:latin typeface="Calibri Light"/>
              </a:rPr>
              <a:t>Click to edit Master title style</a:t>
            </a:r>
            <a:endParaRPr b="0" lang="en-US" sz="4400" strike="noStrike" u="none">
              <a:solidFill>
                <a:schemeClr val="dk1"/>
              </a:solidFill>
              <a:effectLst/>
              <a:uFillTx/>
              <a:latin typeface="Calibri"/>
            </a:endParaRPr>
          </a:p>
        </p:txBody>
      </p:sp>
      <p:sp>
        <p:nvSpPr>
          <p:cNvPr id="28"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Edit Master text styles</a:t>
            </a:r>
            <a:endParaRPr b="0" lang="en-US" sz="28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29"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Edit Master text styles</a:t>
            </a:r>
            <a:endParaRPr b="0" lang="en-US" sz="28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30"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en-IL" sz="1200" strike="noStrike" u="none">
              <a:solidFill>
                <a:srgbClr val="000000"/>
              </a:solidFill>
              <a:effectLst/>
              <a:uFillTx/>
              <a:latin typeface="Times New Roman"/>
            </a:endParaRPr>
          </a:p>
        </p:txBody>
      </p:sp>
      <p:sp>
        <p:nvSpPr>
          <p:cNvPr id="31"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L" sz="1400" strike="noStrike" u="none">
                <a:solidFill>
                  <a:srgbClr val="000000"/>
                </a:solidFill>
                <a:effectLst/>
                <a:uFillTx/>
                <a:latin typeface="Times New Roman"/>
              </a:defRPr>
            </a:lvl1pPr>
          </a:lstStyle>
          <a:p>
            <a:pPr indent="0" algn="ctr">
              <a:buNone/>
            </a:pPr>
            <a:r>
              <a:rPr b="0" lang="en-IL" sz="1400" strike="noStrike" u="none">
                <a:solidFill>
                  <a:srgbClr val="000000"/>
                </a:solidFill>
                <a:effectLst/>
                <a:uFillTx/>
                <a:latin typeface="Times New Roman"/>
              </a:rPr>
              <a:t>&lt;footer&gt;</a:t>
            </a:r>
            <a:endParaRPr b="0" lang="en-IL" sz="1400" strike="noStrike" u="none">
              <a:solidFill>
                <a:srgbClr val="000000"/>
              </a:solidFill>
              <a:effectLst/>
              <a:uFillTx/>
              <a:latin typeface="Times New Roman"/>
            </a:endParaRPr>
          </a:p>
        </p:txBody>
      </p:sp>
      <p:sp>
        <p:nvSpPr>
          <p:cNvPr id="32"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8757A465-3CA4-4D23-8920-7BFB5E09E580}" type="slidenum">
              <a:rPr b="0" lang="en-US" sz="1200" strike="noStrike" u="none">
                <a:solidFill>
                  <a:schemeClr val="dk1">
                    <a:tint val="75000"/>
                  </a:schemeClr>
                </a:solidFill>
                <a:effectLst/>
                <a:uFillTx/>
                <a:latin typeface="Calibri"/>
              </a:rPr>
              <a:t>&lt;number&gt;</a:t>
            </a:fld>
            <a:endParaRPr b="0" lang="en-IL" sz="12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a:solidFill>
                  <a:schemeClr val="dk1"/>
                </a:solidFill>
                <a:effectLst/>
                <a:uFillTx/>
                <a:latin typeface="Calibri Light"/>
              </a:rPr>
              <a:t>Click to edit Master title style</a:t>
            </a:r>
            <a:endParaRPr b="0" lang="en-US" sz="4400" strike="noStrike" u="none">
              <a:solidFill>
                <a:schemeClr val="dk1"/>
              </a:solidFill>
              <a:effectLst/>
              <a:uFillTx/>
              <a:latin typeface="Calibri"/>
            </a:endParaRPr>
          </a:p>
        </p:txBody>
      </p:sp>
      <p:sp>
        <p:nvSpPr>
          <p:cNvPr id="34"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US" sz="2400" strike="noStrike" u="none">
                <a:solidFill>
                  <a:schemeClr val="dk1"/>
                </a:solidFill>
                <a:effectLst/>
                <a:uFillTx/>
                <a:latin typeface="Calibri"/>
              </a:rPr>
              <a:t>Edit Master text styles</a:t>
            </a:r>
            <a:endParaRPr b="0" lang="en-US" sz="2400" strike="noStrike" u="none">
              <a:solidFill>
                <a:schemeClr val="dk1"/>
              </a:solidFill>
              <a:effectLst/>
              <a:uFillTx/>
              <a:latin typeface="Calibri"/>
            </a:endParaRPr>
          </a:p>
        </p:txBody>
      </p:sp>
      <p:sp>
        <p:nvSpPr>
          <p:cNvPr id="35"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Edit Master text styles</a:t>
            </a:r>
            <a:endParaRPr b="0" lang="en-US" sz="28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36"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US" sz="2400" strike="noStrike" u="none">
                <a:solidFill>
                  <a:schemeClr val="dk1"/>
                </a:solidFill>
                <a:effectLst/>
                <a:uFillTx/>
                <a:latin typeface="Calibri"/>
              </a:rPr>
              <a:t>Edit Master text styles</a:t>
            </a:r>
            <a:endParaRPr b="0" lang="en-US" sz="2400" strike="noStrike" u="none">
              <a:solidFill>
                <a:schemeClr val="dk1"/>
              </a:solidFill>
              <a:effectLst/>
              <a:uFillTx/>
              <a:latin typeface="Calibri"/>
            </a:endParaRPr>
          </a:p>
        </p:txBody>
      </p:sp>
      <p:sp>
        <p:nvSpPr>
          <p:cNvPr id="37"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Edit Master text styles</a:t>
            </a:r>
            <a:endParaRPr b="0" lang="en-US" sz="28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38"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en-IL" sz="1200" strike="noStrike" u="none">
              <a:solidFill>
                <a:srgbClr val="000000"/>
              </a:solidFill>
              <a:effectLst/>
              <a:uFillTx/>
              <a:latin typeface="Times New Roman"/>
            </a:endParaRPr>
          </a:p>
        </p:txBody>
      </p:sp>
      <p:sp>
        <p:nvSpPr>
          <p:cNvPr id="39"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L" sz="1400" strike="noStrike" u="none">
                <a:solidFill>
                  <a:srgbClr val="000000"/>
                </a:solidFill>
                <a:effectLst/>
                <a:uFillTx/>
                <a:latin typeface="Times New Roman"/>
              </a:defRPr>
            </a:lvl1pPr>
          </a:lstStyle>
          <a:p>
            <a:pPr indent="0" algn="ctr">
              <a:buNone/>
            </a:pPr>
            <a:r>
              <a:rPr b="0" lang="en-IL" sz="1400" strike="noStrike" u="none">
                <a:solidFill>
                  <a:srgbClr val="000000"/>
                </a:solidFill>
                <a:effectLst/>
                <a:uFillTx/>
                <a:latin typeface="Times New Roman"/>
              </a:rPr>
              <a:t>&lt;footer&gt;</a:t>
            </a:r>
            <a:endParaRPr b="0" lang="en-IL" sz="1400" strike="noStrike" u="none">
              <a:solidFill>
                <a:srgbClr val="000000"/>
              </a:solidFill>
              <a:effectLst/>
              <a:uFillTx/>
              <a:latin typeface="Times New Roman"/>
            </a:endParaRPr>
          </a:p>
        </p:txBody>
      </p:sp>
      <p:sp>
        <p:nvSpPr>
          <p:cNvPr id="40"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163E1CD6-5659-4A00-8D36-EF04E6ACB8E0}" type="slidenum">
              <a:rPr b="0" lang="en-US" sz="1200" strike="noStrike" u="none">
                <a:solidFill>
                  <a:schemeClr val="dk1">
                    <a:tint val="75000"/>
                  </a:schemeClr>
                </a:solidFill>
                <a:effectLst/>
                <a:uFillTx/>
                <a:latin typeface="Calibri"/>
              </a:rPr>
              <a:t>&lt;number&gt;</a:t>
            </a:fld>
            <a:endParaRPr b="0" lang="en-IL" sz="12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a:solidFill>
                  <a:schemeClr val="dk1"/>
                </a:solidFill>
                <a:effectLst/>
                <a:uFillTx/>
                <a:latin typeface="Calibri Light"/>
              </a:rPr>
              <a:t>Click to edit Master title style</a:t>
            </a:r>
            <a:endParaRPr b="0" lang="en-US" sz="4400" strike="noStrike" u="none">
              <a:solidFill>
                <a:schemeClr val="dk1"/>
              </a:solidFill>
              <a:effectLst/>
              <a:uFillTx/>
              <a:latin typeface="Calibri"/>
            </a:endParaRPr>
          </a:p>
        </p:txBody>
      </p:sp>
      <p:sp>
        <p:nvSpPr>
          <p:cNvPr id="42"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en-IL" sz="1200" strike="noStrike" u="none">
              <a:solidFill>
                <a:srgbClr val="000000"/>
              </a:solidFill>
              <a:effectLst/>
              <a:uFillTx/>
              <a:latin typeface="Times New Roman"/>
            </a:endParaRPr>
          </a:p>
        </p:txBody>
      </p:sp>
      <p:sp>
        <p:nvSpPr>
          <p:cNvPr id="43"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L" sz="1400" strike="noStrike" u="none">
                <a:solidFill>
                  <a:srgbClr val="000000"/>
                </a:solidFill>
                <a:effectLst/>
                <a:uFillTx/>
                <a:latin typeface="Times New Roman"/>
              </a:defRPr>
            </a:lvl1pPr>
          </a:lstStyle>
          <a:p>
            <a:pPr indent="0" algn="ctr">
              <a:buNone/>
            </a:pPr>
            <a:r>
              <a:rPr b="0" lang="en-IL" sz="1400" strike="noStrike" u="none">
                <a:solidFill>
                  <a:srgbClr val="000000"/>
                </a:solidFill>
                <a:effectLst/>
                <a:uFillTx/>
                <a:latin typeface="Times New Roman"/>
              </a:rPr>
              <a:t>&lt;footer&gt;</a:t>
            </a:r>
            <a:endParaRPr b="0" lang="en-IL" sz="1400" strike="noStrike" u="none">
              <a:solidFill>
                <a:srgbClr val="000000"/>
              </a:solidFill>
              <a:effectLst/>
              <a:uFillTx/>
              <a:latin typeface="Times New Roman"/>
            </a:endParaRPr>
          </a:p>
        </p:txBody>
      </p:sp>
      <p:sp>
        <p:nvSpPr>
          <p:cNvPr id="44"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BD67DD05-17A8-42D2-8924-C2CAD3C78DB7}" type="slidenum">
              <a:rPr b="0" lang="en-US" sz="1200" strike="noStrike" u="none">
                <a:solidFill>
                  <a:schemeClr val="dk1">
                    <a:tint val="75000"/>
                  </a:schemeClr>
                </a:solidFill>
                <a:effectLst/>
                <a:uFillTx/>
                <a:latin typeface="Calibri"/>
              </a:rPr>
              <a:t>&lt;number&gt;</a:t>
            </a:fld>
            <a:endParaRPr b="0" lang="en-IL" sz="12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en-IL" sz="1200" strike="noStrike" u="none">
              <a:solidFill>
                <a:srgbClr val="000000"/>
              </a:solidFill>
              <a:effectLst/>
              <a:uFillTx/>
              <a:latin typeface="Times New Roman"/>
            </a:endParaRPr>
          </a:p>
        </p:txBody>
      </p:sp>
      <p:sp>
        <p:nvSpPr>
          <p:cNvPr id="46"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L" sz="1400" strike="noStrike" u="none">
                <a:solidFill>
                  <a:srgbClr val="000000"/>
                </a:solidFill>
                <a:effectLst/>
                <a:uFillTx/>
                <a:latin typeface="Times New Roman"/>
              </a:defRPr>
            </a:lvl1pPr>
          </a:lstStyle>
          <a:p>
            <a:pPr indent="0" algn="ctr">
              <a:buNone/>
            </a:pPr>
            <a:r>
              <a:rPr b="0" lang="en-IL" sz="1400" strike="noStrike" u="none">
                <a:solidFill>
                  <a:srgbClr val="000000"/>
                </a:solidFill>
                <a:effectLst/>
                <a:uFillTx/>
                <a:latin typeface="Times New Roman"/>
              </a:rPr>
              <a:t>&lt;footer&gt;</a:t>
            </a:r>
            <a:endParaRPr b="0" lang="en-IL" sz="1400" strike="noStrike" u="none">
              <a:solidFill>
                <a:srgbClr val="000000"/>
              </a:solidFill>
              <a:effectLst/>
              <a:uFillTx/>
              <a:latin typeface="Times New Roman"/>
            </a:endParaRPr>
          </a:p>
        </p:txBody>
      </p:sp>
      <p:sp>
        <p:nvSpPr>
          <p:cNvPr id="47"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58A7C424-A6C7-47AF-BF46-7363400B7DA7}" type="slidenum">
              <a:rPr b="0" lang="en-US" sz="1200" strike="noStrike" u="none">
                <a:solidFill>
                  <a:schemeClr val="dk1">
                    <a:tint val="75000"/>
                  </a:schemeClr>
                </a:solidFill>
                <a:effectLst/>
                <a:uFillTx/>
                <a:latin typeface="Calibri"/>
              </a:rPr>
              <a:t>&lt;number&gt;</a:t>
            </a:fld>
            <a:endParaRPr b="0" lang="en-IL" sz="120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en-US" sz="3200" strike="noStrike" u="none">
                <a:solidFill>
                  <a:schemeClr val="dk1"/>
                </a:solidFill>
                <a:effectLst/>
                <a:uFillTx/>
                <a:latin typeface="Calibri Light"/>
              </a:rPr>
              <a:t>Click to edit Master title style</a:t>
            </a:r>
            <a:endParaRPr b="0" lang="en-US" sz="3200" strike="noStrike" u="none">
              <a:solidFill>
                <a:schemeClr val="dk1"/>
              </a:solidFill>
              <a:effectLst/>
              <a:uFillTx/>
              <a:latin typeface="Calibri"/>
            </a:endParaRPr>
          </a:p>
        </p:txBody>
      </p:sp>
      <p:sp>
        <p:nvSpPr>
          <p:cNvPr id="49"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3200" strike="noStrike" u="none">
                <a:solidFill>
                  <a:schemeClr val="dk1"/>
                </a:solidFill>
                <a:effectLst/>
                <a:uFillTx/>
                <a:latin typeface="Calibri"/>
              </a:rPr>
              <a:t>Edit Master text styles</a:t>
            </a:r>
            <a:endParaRPr b="0" lang="en-US" sz="3200" strike="noStrike" u="none">
              <a:solidFill>
                <a:schemeClr val="dk1"/>
              </a:solidFill>
              <a:effectLst/>
              <a:uFillTx/>
              <a:latin typeface="Calibri"/>
            </a:endParaRPr>
          </a:p>
          <a:p>
            <a:pPr lvl="1" marL="685800" indent="-228600" defTabSz="914400">
              <a:lnSpc>
                <a:spcPct val="90000"/>
              </a:lnSpc>
              <a:spcBef>
                <a:spcPts val="499"/>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50"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trike="noStrike" u="none">
                <a:solidFill>
                  <a:schemeClr val="dk1"/>
                </a:solidFill>
                <a:effectLst/>
                <a:uFillTx/>
                <a:latin typeface="Calibri"/>
              </a:rPr>
              <a:t>Edit Master text styles</a:t>
            </a:r>
            <a:endParaRPr b="0" lang="en-US" sz="1600" strike="noStrike" u="none">
              <a:solidFill>
                <a:schemeClr val="dk1"/>
              </a:solidFill>
              <a:effectLst/>
              <a:uFillTx/>
              <a:latin typeface="Calibri"/>
            </a:endParaRPr>
          </a:p>
        </p:txBody>
      </p:sp>
      <p:sp>
        <p:nvSpPr>
          <p:cNvPr id="51"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en-IL" sz="1200" strike="noStrike" u="none">
              <a:solidFill>
                <a:srgbClr val="000000"/>
              </a:solidFill>
              <a:effectLst/>
              <a:uFillTx/>
              <a:latin typeface="Times New Roman"/>
            </a:endParaRPr>
          </a:p>
        </p:txBody>
      </p:sp>
      <p:sp>
        <p:nvSpPr>
          <p:cNvPr id="52"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L" sz="1400" strike="noStrike" u="none">
                <a:solidFill>
                  <a:srgbClr val="000000"/>
                </a:solidFill>
                <a:effectLst/>
                <a:uFillTx/>
                <a:latin typeface="Times New Roman"/>
              </a:defRPr>
            </a:lvl1pPr>
          </a:lstStyle>
          <a:p>
            <a:pPr indent="0" algn="ctr">
              <a:buNone/>
            </a:pPr>
            <a:r>
              <a:rPr b="0" lang="en-IL" sz="1400" strike="noStrike" u="none">
                <a:solidFill>
                  <a:srgbClr val="000000"/>
                </a:solidFill>
                <a:effectLst/>
                <a:uFillTx/>
                <a:latin typeface="Times New Roman"/>
              </a:rPr>
              <a:t>&lt;footer&gt;</a:t>
            </a:r>
            <a:endParaRPr b="0" lang="en-IL" sz="1400" strike="noStrike" u="none">
              <a:solidFill>
                <a:srgbClr val="000000"/>
              </a:solidFill>
              <a:effectLst/>
              <a:uFillTx/>
              <a:latin typeface="Times New Roman"/>
            </a:endParaRPr>
          </a:p>
        </p:txBody>
      </p:sp>
      <p:sp>
        <p:nvSpPr>
          <p:cNvPr id="53"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7040776D-0053-401B-8D6B-D8CAC24CF63C}" type="slidenum">
              <a:rPr b="0" lang="en-US" sz="1200" strike="noStrike" u="none">
                <a:solidFill>
                  <a:schemeClr val="dk1">
                    <a:tint val="75000"/>
                  </a:schemeClr>
                </a:solidFill>
                <a:effectLst/>
                <a:uFillTx/>
                <a:latin typeface="Calibri"/>
              </a:rPr>
              <a:t>&lt;number&gt;</a:t>
            </a:fld>
            <a:endParaRPr b="0" lang="en-IL" sz="12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en-US" sz="3200" strike="noStrike" u="none">
                <a:solidFill>
                  <a:schemeClr val="dk1"/>
                </a:solidFill>
                <a:effectLst/>
                <a:uFillTx/>
                <a:latin typeface="Calibri Light"/>
              </a:rPr>
              <a:t>Click to edit Master title style</a:t>
            </a:r>
            <a:endParaRPr b="0" lang="en-US" sz="3200" strike="noStrike" u="none">
              <a:solidFill>
                <a:schemeClr val="dk1"/>
              </a:solidFill>
              <a:effectLst/>
              <a:uFillTx/>
              <a:latin typeface="Calibri"/>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lnSpc>
                <a:spcPct val="90000"/>
              </a:lnSpc>
              <a:spcBef>
                <a:spcPts val="1134"/>
              </a:spcBef>
              <a:buClr>
                <a:srgbClr val="000000"/>
              </a:buClr>
              <a:buSzPct val="75000"/>
              <a:buFont typeface="Symbol" charset="2"/>
              <a:buChar char=""/>
            </a:pPr>
            <a:r>
              <a:rPr b="0" lang="en-US" sz="3200" strike="noStrike" u="none">
                <a:solidFill>
                  <a:schemeClr val="dk1"/>
                </a:solidFill>
                <a:effectLst/>
                <a:uFillTx/>
                <a:latin typeface="Calibri"/>
              </a:rPr>
              <a:t>Second Outline Level</a:t>
            </a:r>
            <a:endParaRPr b="0" lang="en-US" sz="3200" strike="noStrike" u="none">
              <a:solidFill>
                <a:schemeClr val="dk1"/>
              </a:solidFill>
              <a:effectLst/>
              <a:uFillTx/>
              <a:latin typeface="Calibri"/>
            </a:endParaRPr>
          </a:p>
          <a:p>
            <a:pPr lvl="2" marL="1296000" indent="-288000">
              <a:lnSpc>
                <a:spcPct val="90000"/>
              </a:lnSpc>
              <a:spcBef>
                <a:spcPts val="850"/>
              </a:spcBef>
              <a:buClr>
                <a:srgbClr val="000000"/>
              </a:buClr>
              <a:buSzPct val="45000"/>
              <a:buFont typeface="Wingdings" charset="2"/>
              <a:buChar char=""/>
            </a:pPr>
            <a:r>
              <a:rPr b="0" lang="en-US" sz="3200" strike="noStrike" u="none">
                <a:solidFill>
                  <a:schemeClr val="dk1"/>
                </a:solidFill>
                <a:effectLst/>
                <a:uFillTx/>
                <a:latin typeface="Calibri"/>
              </a:rPr>
              <a:t>Third Outline Level</a:t>
            </a:r>
            <a:endParaRPr b="0" lang="en-US" sz="3200" strike="noStrike" u="none">
              <a:solidFill>
                <a:schemeClr val="dk1"/>
              </a:solidFill>
              <a:effectLst/>
              <a:uFillTx/>
              <a:latin typeface="Calibri"/>
            </a:endParaRPr>
          </a:p>
          <a:p>
            <a:pPr lvl="3" marL="1728000" indent="-216000">
              <a:lnSpc>
                <a:spcPct val="90000"/>
              </a:lnSpc>
              <a:spcBef>
                <a:spcPts val="567"/>
              </a:spcBef>
              <a:buClr>
                <a:srgbClr val="000000"/>
              </a:buClr>
              <a:buSzPct val="75000"/>
              <a:buFont typeface="Symbol" charset="2"/>
              <a:buChar char=""/>
            </a:pPr>
            <a:r>
              <a:rPr b="0" lang="en-US" sz="3200" strike="noStrike" u="none">
                <a:solidFill>
                  <a:schemeClr val="dk1"/>
                </a:solidFill>
                <a:effectLst/>
                <a:uFillTx/>
                <a:latin typeface="Calibri"/>
              </a:rPr>
              <a:t>Fourth Outline Level</a:t>
            </a:r>
            <a:endParaRPr b="0" lang="en-US" sz="3200" strike="noStrike" u="none">
              <a:solidFill>
                <a:schemeClr val="dk1"/>
              </a:solidFill>
              <a:effectLst/>
              <a:uFillTx/>
              <a:latin typeface="Calibri"/>
            </a:endParaRPr>
          </a:p>
          <a:p>
            <a:pPr lvl="4" marL="2160000" indent="-216000">
              <a:lnSpc>
                <a:spcPct val="90000"/>
              </a:lnSpc>
              <a:spcBef>
                <a:spcPts val="283"/>
              </a:spcBef>
              <a:buClr>
                <a:srgbClr val="000000"/>
              </a:buClr>
              <a:buSzPct val="45000"/>
              <a:buFont typeface="Wingdings" charset="2"/>
              <a:buChar char=""/>
            </a:pPr>
            <a:r>
              <a:rPr b="0" lang="en-US" sz="3200" strike="noStrike" u="none">
                <a:solidFill>
                  <a:schemeClr val="dk1"/>
                </a:solidFill>
                <a:effectLst/>
                <a:uFillTx/>
                <a:latin typeface="Calibri"/>
              </a:rPr>
              <a:t>Fifth Outline Level</a:t>
            </a:r>
            <a:endParaRPr b="0" lang="en-US" sz="3200" strike="noStrike" u="none">
              <a:solidFill>
                <a:schemeClr val="dk1"/>
              </a:solidFill>
              <a:effectLst/>
              <a:uFillTx/>
              <a:latin typeface="Calibri"/>
            </a:endParaRPr>
          </a:p>
          <a:p>
            <a:pPr lvl="5" marL="2592000" indent="-216000">
              <a:lnSpc>
                <a:spcPct val="90000"/>
              </a:lnSpc>
              <a:spcBef>
                <a:spcPts val="283"/>
              </a:spcBef>
              <a:buClr>
                <a:srgbClr val="000000"/>
              </a:buClr>
              <a:buSzPct val="45000"/>
              <a:buFont typeface="Wingdings" charset="2"/>
              <a:buChar char=""/>
            </a:pPr>
            <a:r>
              <a:rPr b="0" lang="en-US" sz="3200" strike="noStrike" u="none">
                <a:solidFill>
                  <a:schemeClr val="dk1"/>
                </a:solidFill>
                <a:effectLst/>
                <a:uFillTx/>
                <a:latin typeface="Calibri"/>
              </a:rPr>
              <a:t>Sixth Outline Level</a:t>
            </a:r>
            <a:endParaRPr b="0" lang="en-US" sz="3200" strike="noStrike" u="none">
              <a:solidFill>
                <a:schemeClr val="dk1"/>
              </a:solidFill>
              <a:effectLst/>
              <a:uFillTx/>
              <a:latin typeface="Calibri"/>
            </a:endParaRPr>
          </a:p>
          <a:p>
            <a:pPr lvl="6" marL="3024000" indent="-216000">
              <a:lnSpc>
                <a:spcPct val="90000"/>
              </a:lnSpc>
              <a:spcBef>
                <a:spcPts val="283"/>
              </a:spcBef>
              <a:buClr>
                <a:srgbClr val="000000"/>
              </a:buClr>
              <a:buSzPct val="45000"/>
              <a:buFont typeface="Wingdings" charset="2"/>
              <a:buChar char=""/>
            </a:pPr>
            <a:r>
              <a:rPr b="0" lang="en-US" sz="3200" strike="noStrike" u="none">
                <a:solidFill>
                  <a:schemeClr val="dk1"/>
                </a:solidFill>
                <a:effectLst/>
                <a:uFillTx/>
                <a:latin typeface="Calibri"/>
              </a:rPr>
              <a:t>Seventh Outline Level</a:t>
            </a:r>
            <a:endParaRPr b="0" lang="en-US" sz="3200" strike="noStrike" u="none">
              <a:solidFill>
                <a:schemeClr val="dk1"/>
              </a:solidFill>
              <a:effectLst/>
              <a:uFillTx/>
              <a:latin typeface="Calibri"/>
            </a:endParaRP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trike="noStrike" u="none">
                <a:solidFill>
                  <a:schemeClr val="dk1"/>
                </a:solidFill>
                <a:effectLst/>
                <a:uFillTx/>
                <a:latin typeface="Calibri"/>
              </a:rPr>
              <a:t>Edit Master text styles</a:t>
            </a:r>
            <a:endParaRPr b="0" lang="en-US" sz="1600" strike="noStrike" u="none">
              <a:solidFill>
                <a:schemeClr val="dk1"/>
              </a:solidFill>
              <a:effectLst/>
              <a:uFillTx/>
              <a:latin typeface="Calibri"/>
            </a:endParaRPr>
          </a:p>
        </p:txBody>
      </p:sp>
      <p:sp>
        <p:nvSpPr>
          <p:cNvPr id="57"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en-IL" sz="1200" strike="noStrike" u="none">
              <a:solidFill>
                <a:srgbClr val="000000"/>
              </a:solidFill>
              <a:effectLst/>
              <a:uFillTx/>
              <a:latin typeface="Times New Roman"/>
            </a:endParaRPr>
          </a:p>
        </p:txBody>
      </p:sp>
      <p:sp>
        <p:nvSpPr>
          <p:cNvPr id="58"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IL" sz="1400" strike="noStrike" u="none">
                <a:solidFill>
                  <a:srgbClr val="000000"/>
                </a:solidFill>
                <a:effectLst/>
                <a:uFillTx/>
                <a:latin typeface="Times New Roman"/>
              </a:defRPr>
            </a:lvl1pPr>
          </a:lstStyle>
          <a:p>
            <a:pPr indent="0" algn="ctr">
              <a:buNone/>
            </a:pPr>
            <a:r>
              <a:rPr b="0" lang="en-IL" sz="1400" strike="noStrike" u="none">
                <a:solidFill>
                  <a:srgbClr val="000000"/>
                </a:solidFill>
                <a:effectLst/>
                <a:uFillTx/>
                <a:latin typeface="Times New Roman"/>
              </a:rPr>
              <a:t>&lt;footer&gt;</a:t>
            </a:r>
            <a:endParaRPr b="0" lang="en-IL" sz="1400" strike="noStrike" u="none">
              <a:solidFill>
                <a:srgbClr val="000000"/>
              </a:solidFill>
              <a:effectLst/>
              <a:uFillTx/>
              <a:latin typeface="Times New Roman"/>
            </a:endParaRPr>
          </a:p>
        </p:txBody>
      </p:sp>
      <p:sp>
        <p:nvSpPr>
          <p:cNvPr id="59"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40AC336B-6949-49BB-8363-9B225AC84FEB}" type="slidenum">
              <a:rPr b="0" lang="en-US" sz="1200" strike="noStrike" u="none">
                <a:solidFill>
                  <a:schemeClr val="dk1">
                    <a:tint val="75000"/>
                  </a:schemeClr>
                </a:solidFill>
                <a:effectLst/>
                <a:uFillTx/>
                <a:latin typeface="Calibri"/>
              </a:rPr>
              <a:t>&lt;number&gt;</a:t>
            </a:fld>
            <a:endParaRPr b="0" lang="en-IL" sz="12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1.wmf"/><Relationship Id="rId2"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2.wmf"/><Relationship Id="rId2"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6.gif"/><Relationship Id="rId2"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image" Target="../media/image7.gif"/><Relationship Id="rId2"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image" Target="../media/image8.gif"/><Relationship Id="rId2" Type="http://schemas.openxmlformats.org/officeDocument/2006/relationships/slideLayout" Target="../slideLayouts/slideLayout4.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9.wmf"/><Relationship Id="rId2"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image" Target="../media/image9.wmf"/><Relationship Id="rId2" Type="http://schemas.openxmlformats.org/officeDocument/2006/relationships/slideLayout" Target="../slideLayouts/slideLayout4.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9.wmf"/><Relationship Id="rId2"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image" Target="../media/image9.wmf"/><Relationship Id="rId2"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image" Target="../media/image9.wmf"/><Relationship Id="rId2"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b="0" lang="en-US" sz="6000" strike="noStrike" u="none">
                <a:solidFill>
                  <a:schemeClr val="dk1"/>
                </a:solidFill>
                <a:effectLst/>
                <a:uFillTx/>
                <a:latin typeface="Calibri Light"/>
              </a:rPr>
              <a:t>Threads</a:t>
            </a:r>
            <a:endParaRPr b="0" lang="en-US" sz="6000" strike="noStrike" u="none">
              <a:solidFill>
                <a:schemeClr val="dk1"/>
              </a:solidFill>
              <a:effectLst/>
              <a:uFillTx/>
              <a:latin typeface="Calibri"/>
            </a:endParaRPr>
          </a:p>
        </p:txBody>
      </p:sp>
      <p:sp>
        <p:nvSpPr>
          <p:cNvPr id="67" name="PlaceHolder 2"/>
          <p:cNvSpPr>
            <a:spLocks noGrp="1"/>
          </p:cNvSpPr>
          <p:nvPr>
            <p:ph type="subTitle"/>
          </p:nvPr>
        </p:nvSpPr>
        <p:spPr>
          <a:xfrm>
            <a:off x="1523880" y="3602160"/>
            <a:ext cx="9143640" cy="1655280"/>
          </a:xfrm>
          <a:prstGeom prst="rect">
            <a:avLst/>
          </a:prstGeom>
          <a:noFill/>
          <a:ln w="0">
            <a:noFill/>
          </a:ln>
        </p:spPr>
        <p:txBody>
          <a:bodyPr lIns="91440" rIns="91440" tIns="45720" bIns="45720" anchor="t">
            <a:noAutofit/>
          </a:bodyPr>
          <a:p>
            <a:pPr indent="0" algn="ctr" defTabSz="914400">
              <a:lnSpc>
                <a:spcPct val="90000"/>
              </a:lnSpc>
              <a:spcBef>
                <a:spcPts val="1001"/>
              </a:spcBef>
              <a:buNone/>
              <a:tabLst>
                <a:tab algn="l" pos="0"/>
              </a:tabLst>
            </a:pPr>
            <a:r>
              <a:rPr b="0" lang="he-IL" sz="2400" strike="noStrike" u="none">
                <a:solidFill>
                  <a:schemeClr val="dk1"/>
                </a:solidFill>
                <a:effectLst/>
                <a:uFillTx/>
                <a:latin typeface="Calibri"/>
              </a:rPr>
              <a:t>תהליכונים</a:t>
            </a:r>
            <a:endParaRPr b="0" lang="en-IL" sz="2400" strike="noStrike" u="none">
              <a:solidFill>
                <a:srgbClr val="000000"/>
              </a:solidFill>
              <a:effectLst/>
              <a:uFillTx/>
              <a:latin typeface="Arial"/>
            </a:endParaRPr>
          </a:p>
        </p:txBody>
      </p:sp>
      <p:sp>
        <p:nvSpPr>
          <p:cNvPr id="68" name="TextBox 3"/>
          <p:cNvSpPr/>
          <p:nvPr/>
        </p:nvSpPr>
        <p:spPr>
          <a:xfrm>
            <a:off x="6957360" y="5830920"/>
            <a:ext cx="3746160" cy="830520"/>
          </a:xfrm>
          <a:prstGeom prst="rect">
            <a:avLst/>
          </a:prstGeom>
          <a:noFill/>
          <a:ln w="0">
            <a:noFill/>
          </a:ln>
        </p:spPr>
        <p:style>
          <a:lnRef idx="0"/>
          <a:fillRef idx="0"/>
          <a:effectRef idx="0"/>
          <a:fontRef idx="minor"/>
        </p:style>
        <p:txBody>
          <a:bodyPr wrap="none" lIns="90000" rIns="90000" tIns="45000" bIns="45000" anchor="t" anchorCtr="1">
            <a:spAutoFit/>
          </a:bodyPr>
          <a:p>
            <a:pPr algn="r" defTabSz="914400" rtl="1">
              <a:lnSpc>
                <a:spcPct val="100000"/>
              </a:lnSpc>
            </a:pPr>
            <a:r>
              <a:rPr b="0" lang="he-IL" sz="2400" strike="noStrike" u="none">
                <a:solidFill>
                  <a:schemeClr val="dk1"/>
                </a:solidFill>
                <a:effectLst/>
                <a:uFillTx/>
                <a:latin typeface="Calibri"/>
              </a:rPr>
              <a:t>הוכן ע"י גיא יחזקאל</a:t>
            </a:r>
            <a:endParaRPr b="0" lang="en-IL" sz="2400" strike="noStrike" u="none">
              <a:solidFill>
                <a:srgbClr val="000000"/>
              </a:solidFill>
              <a:effectLst/>
              <a:uFillTx/>
              <a:latin typeface="Arial"/>
            </a:endParaRPr>
          </a:p>
          <a:p>
            <a:pPr algn="r" defTabSz="914400" rtl="1">
              <a:lnSpc>
                <a:spcPct val="100000"/>
              </a:lnSpc>
            </a:pPr>
            <a:r>
              <a:rPr b="0" lang="he-IL" sz="2400" strike="noStrike" u="none">
                <a:solidFill>
                  <a:schemeClr val="dk1"/>
                </a:solidFill>
                <a:effectLst/>
                <a:uFillTx/>
                <a:latin typeface="Calibri"/>
              </a:rPr>
              <a:t>חל איסור להשתמש ללא רשות</a:t>
            </a:r>
            <a:endParaRPr b="0" lang="en-IL"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a:solidFill>
                  <a:schemeClr val="dk1"/>
                </a:solidFill>
                <a:effectLst/>
                <a:uFillTx/>
                <a:latin typeface="Calibri Light"/>
              </a:rPr>
              <a:t>Threads</a:t>
            </a:r>
            <a:endParaRPr b="0" lang="en-US" sz="4400" strike="noStrike" u="none">
              <a:solidFill>
                <a:schemeClr val="dk1"/>
              </a:solidFill>
              <a:effectLst/>
              <a:uFillTx/>
              <a:latin typeface="Calibri"/>
            </a:endParaRPr>
          </a:p>
        </p:txBody>
      </p:sp>
      <p:sp>
        <p:nvSpPr>
          <p:cNvPr id="70"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תהליכים דורשים משאבי מערכת רבים</a:t>
            </a:r>
            <a:endParaRPr b="0" lang="en-US" sz="28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he-IL" sz="2400" strike="noStrike" u="none">
                <a:solidFill>
                  <a:schemeClr val="dk1"/>
                </a:solidFill>
                <a:effectLst/>
                <a:uFillTx/>
                <a:latin typeface="Calibri"/>
              </a:rPr>
              <a:t>מרחב כתובות, גישה לקלט פלט, קבצים</a:t>
            </a:r>
            <a:endParaRPr b="0" lang="en-US" sz="24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זימון תהליכים הינו פעולה כבדה</a:t>
            </a:r>
            <a:endParaRPr b="0" lang="en-US" sz="28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en-US" sz="2400" strike="noStrike" u="none">
                <a:solidFill>
                  <a:schemeClr val="dk1"/>
                </a:solidFill>
                <a:effectLst/>
                <a:uFillTx/>
                <a:latin typeface="Calibri"/>
              </a:rPr>
              <a:t>Conext switch</a:t>
            </a:r>
            <a:r>
              <a:rPr b="0" lang="en-US" sz="2400" strike="noStrike" u="none">
                <a:solidFill>
                  <a:schemeClr val="dk1"/>
                </a:solidFill>
                <a:effectLst/>
                <a:uFillTx/>
                <a:latin typeface="Calibri"/>
              </a:rPr>
              <a:t>, לעיתים גם </a:t>
            </a:r>
            <a:r>
              <a:rPr b="0" lang="en-US" sz="2400" strike="noStrike" u="none">
                <a:solidFill>
                  <a:schemeClr val="dk1"/>
                </a:solidFill>
                <a:effectLst/>
                <a:uFillTx/>
                <a:latin typeface="Calibri"/>
              </a:rPr>
              <a:t>memory swapping</a:t>
            </a:r>
            <a:endParaRPr b="0" lang="en-US" sz="24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תקשורת בין תהליכים עוברת דרך מערכת ההפעלה</a:t>
            </a:r>
            <a:endParaRPr b="0" lang="en-US" sz="28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fill="hold" presetClass="entr" presetID="1">
                                  <p:stCondLst>
                                    <p:cond delay="0"/>
                                  </p:stCondLst>
                                  <p:childTnLst>
                                    <p:set>
                                      <p:cBhvr>
                                        <p:cTn id="10" dur="1" fill="hold">
                                          <p:stCondLst>
                                            <p:cond delay="0"/>
                                          </p:stCondLst>
                                        </p:cTn>
                                        <p:tgtEl>
                                          <p:spTgt spid="7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nodeType="clickEffect" fill="hold" presetClass="entr" presetID="1">
                                  <p:stCondLst>
                                    <p:cond delay="0"/>
                                  </p:stCondLst>
                                  <p:childTnLst>
                                    <p:set>
                                      <p:cBhvr>
                                        <p:cTn id="14" dur="1" fill="hold">
                                          <p:stCondLst>
                                            <p:cond delay="0"/>
                                          </p:stCondLst>
                                        </p:cTn>
                                        <p:tgtEl>
                                          <p:spTgt spid="7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nodeType="clickEffect" fill="hold" presetClass="entr" presetID="1">
                                  <p:stCondLst>
                                    <p:cond delay="0"/>
                                  </p:stCondLst>
                                  <p:childTnLst>
                                    <p:set>
                                      <p:cBhvr>
                                        <p:cTn id="18" dur="1" fill="hold">
                                          <p:stCondLst>
                                            <p:cond delay="0"/>
                                          </p:stCondLst>
                                        </p:cTn>
                                        <p:tgtEl>
                                          <p:spTgt spid="7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nodeType="clickEffect" fill="hold" presetClass="entr" presetID="1">
                                  <p:stCondLst>
                                    <p:cond delay="0"/>
                                  </p:stCondLst>
                                  <p:childTnLst>
                                    <p:set>
                                      <p:cBhvr>
                                        <p:cTn id="22" dur="1" fill="hold">
                                          <p:stCondLst>
                                            <p:cond delay="0"/>
                                          </p:stCondLst>
                                        </p:cTn>
                                        <p:tgtEl>
                                          <p:spTgt spid="70">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a:solidFill>
                  <a:schemeClr val="dk1"/>
                </a:solidFill>
                <a:effectLst/>
                <a:uFillTx/>
                <a:latin typeface="Calibri Light"/>
              </a:rPr>
              <a:t>Threads</a:t>
            </a:r>
            <a:endParaRPr b="0" lang="en-US" sz="4400" strike="noStrike" u="none">
              <a:solidFill>
                <a:schemeClr val="dk1"/>
              </a:solidFill>
              <a:effectLst/>
              <a:uFillTx/>
              <a:latin typeface="Calibri"/>
            </a:endParaRPr>
          </a:p>
        </p:txBody>
      </p:sp>
      <p:sp>
        <p:nvSpPr>
          <p:cNvPr id="72"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ניתן לפתור חלק מהבעיות בעזרת פעולת </a:t>
            </a:r>
            <a:r>
              <a:rPr b="0" lang="en-US" sz="2800" strike="noStrike" u="none">
                <a:solidFill>
                  <a:schemeClr val="dk1"/>
                </a:solidFill>
                <a:effectLst/>
                <a:uFillTx/>
                <a:latin typeface="Calibri"/>
              </a:rPr>
              <a:t>fork</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למשל שרת קבצים שממתין לבקשה ובמקביל מבצע פעולות נוספות</a:t>
            </a:r>
            <a:endParaRPr b="0" lang="en-US" sz="28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he-IL" sz="2400" strike="noStrike" u="none">
                <a:solidFill>
                  <a:schemeClr val="dk1"/>
                </a:solidFill>
                <a:effectLst/>
                <a:uFillTx/>
                <a:latin typeface="Calibri"/>
              </a:rPr>
              <a:t>קבלת הבקשה ע"י תהליך הבן</a:t>
            </a:r>
            <a:endParaRPr b="0" lang="en-US" sz="24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he-IL" sz="2400" strike="noStrike" u="none">
                <a:solidFill>
                  <a:schemeClr val="dk1"/>
                </a:solidFill>
                <a:effectLst/>
                <a:uFillTx/>
                <a:latin typeface="Calibri"/>
              </a:rPr>
              <a:t>שאר הפעולות בתהליך הראשי</a:t>
            </a:r>
            <a:endParaRPr b="0" lang="en-US" sz="24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מצריך שכפול של התהליך – תהליך הבן הוא תהליך נוסף, עם </a:t>
            </a:r>
            <a:r>
              <a:rPr b="0" lang="en-US" sz="2800" strike="noStrike" u="none">
                <a:solidFill>
                  <a:schemeClr val="dk1"/>
                </a:solidFill>
                <a:effectLst/>
                <a:uFillTx/>
                <a:latin typeface="Calibri"/>
              </a:rPr>
              <a:t>PCB</a:t>
            </a:r>
            <a:r>
              <a:rPr b="0" lang="en-US" sz="2800" strike="noStrike" u="none">
                <a:solidFill>
                  <a:schemeClr val="dk1"/>
                </a:solidFill>
                <a:effectLst/>
                <a:uFillTx/>
                <a:latin typeface="Calibri"/>
              </a:rPr>
              <a:t> משלו ומרחב כתובות משלו</a:t>
            </a:r>
            <a:endParaRPr b="0" lang="en-US" sz="28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he-IL" sz="2400" strike="noStrike" u="none">
                <a:solidFill>
                  <a:schemeClr val="dk1"/>
                </a:solidFill>
                <a:effectLst/>
                <a:uFillTx/>
                <a:latin typeface="Calibri"/>
              </a:rPr>
              <a:t>תהליכי בן הם תהליכים שמנים – </a:t>
            </a:r>
            <a:r>
              <a:rPr b="0" lang="en-US" sz="2400" strike="noStrike" u="none">
                <a:solidFill>
                  <a:schemeClr val="dk1"/>
                </a:solidFill>
                <a:effectLst/>
                <a:uFillTx/>
                <a:latin typeface="Calibri"/>
              </a:rPr>
              <a:t>heavyweight processes</a:t>
            </a:r>
            <a:endParaRPr b="0" lang="en-US" sz="24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he-IL" sz="2400" strike="noStrike" u="none">
                <a:solidFill>
                  <a:schemeClr val="dk1"/>
                </a:solidFill>
                <a:effectLst/>
                <a:uFillTx/>
                <a:latin typeface="Calibri"/>
              </a:rPr>
              <a:t>רצים בצורה עצמאית ולא משתפים משאבים</a:t>
            </a:r>
            <a:endParaRPr b="0" lang="en-US" sz="24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he-IL" sz="2400" strike="noStrike" u="none">
                <a:solidFill>
                  <a:schemeClr val="dk1"/>
                </a:solidFill>
                <a:effectLst/>
                <a:uFillTx/>
                <a:latin typeface="Calibri"/>
              </a:rPr>
              <a:t>מכילים את כל מרחב הזיכרון – </a:t>
            </a:r>
            <a:r>
              <a:rPr b="0" lang="en-US" sz="2400" strike="noStrike" u="none">
                <a:solidFill>
                  <a:schemeClr val="dk1"/>
                </a:solidFill>
                <a:effectLst/>
                <a:uFillTx/>
                <a:latin typeface="Calibri"/>
              </a:rPr>
              <a:t>text, global variables, stack, heap</a:t>
            </a:r>
            <a:endParaRPr b="0" lang="en-US" sz="24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timing>
    <p:tnLst>
      <p:par>
        <p:cTn id="23" dur="indefinite" restart="never" nodeType="tmRoot">
          <p:childTnLst>
            <p:seq>
              <p:cTn id="24" dur="indefinite" nodeType="mainSeq">
                <p:childTnLst>
                  <p:par>
                    <p:cTn id="25" fill="hold">
                      <p:stCondLst>
                        <p:cond delay="indefinite"/>
                      </p:stCondLst>
                      <p:childTnLst>
                        <p:par>
                          <p:cTn id="26" fill="hold">
                            <p:stCondLst>
                              <p:cond delay="0"/>
                            </p:stCondLst>
                            <p:childTnLst>
                              <p:par>
                                <p:cTn id="27" nodeType="clickEffect" fill="hold" presetClass="entr" presetID="1">
                                  <p:stCondLst>
                                    <p:cond delay="0"/>
                                  </p:stCondLst>
                                  <p:childTnLst>
                                    <p:set>
                                      <p:cBhvr>
                                        <p:cTn id="28" dur="1" fill="hold">
                                          <p:stCondLst>
                                            <p:cond delay="0"/>
                                          </p:stCondLst>
                                        </p:cTn>
                                        <p:tgtEl>
                                          <p:spTgt spid="72">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nodeType="clickEffect" fill="hold" presetClass="entr" presetID="1">
                                  <p:stCondLst>
                                    <p:cond delay="0"/>
                                  </p:stCondLst>
                                  <p:childTnLst>
                                    <p:set>
                                      <p:cBhvr>
                                        <p:cTn id="32" dur="1" fill="hold">
                                          <p:stCondLst>
                                            <p:cond delay="0"/>
                                          </p:stCondLst>
                                        </p:cTn>
                                        <p:tgtEl>
                                          <p:spTgt spid="72">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nodeType="clickEffect" fill="hold" presetClass="entr" presetID="1">
                                  <p:stCondLst>
                                    <p:cond delay="0"/>
                                  </p:stCondLst>
                                  <p:childTnLst>
                                    <p:set>
                                      <p:cBhvr>
                                        <p:cTn id="36" dur="1" fill="hold">
                                          <p:stCondLst>
                                            <p:cond delay="0"/>
                                          </p:stCondLst>
                                        </p:cTn>
                                        <p:tgtEl>
                                          <p:spTgt spid="72">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nodeType="clickEffect" fill="hold" presetClass="entr" presetID="1">
                                  <p:stCondLst>
                                    <p:cond delay="0"/>
                                  </p:stCondLst>
                                  <p:childTnLst>
                                    <p:set>
                                      <p:cBhvr>
                                        <p:cTn id="40" dur="1" fill="hold">
                                          <p:stCondLst>
                                            <p:cond delay="0"/>
                                          </p:stCondLst>
                                        </p:cTn>
                                        <p:tgtEl>
                                          <p:spTgt spid="72">
                                            <p:txEl>
                                              <p:pRg st="3" end="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nodeType="clickEffect" fill="hold" presetClass="entr" presetID="1">
                                  <p:stCondLst>
                                    <p:cond delay="0"/>
                                  </p:stCondLst>
                                  <p:childTnLst>
                                    <p:set>
                                      <p:cBhvr>
                                        <p:cTn id="44" dur="1" fill="hold">
                                          <p:stCondLst>
                                            <p:cond delay="0"/>
                                          </p:stCondLst>
                                        </p:cTn>
                                        <p:tgtEl>
                                          <p:spTgt spid="72">
                                            <p:txEl>
                                              <p:pRg st="4" end="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nodeType="clickEffect" fill="hold" presetClass="entr" presetID="1">
                                  <p:stCondLst>
                                    <p:cond delay="0"/>
                                  </p:stCondLst>
                                  <p:childTnLst>
                                    <p:set>
                                      <p:cBhvr>
                                        <p:cTn id="48" dur="1" fill="hold">
                                          <p:stCondLst>
                                            <p:cond delay="0"/>
                                          </p:stCondLst>
                                        </p:cTn>
                                        <p:tgtEl>
                                          <p:spTgt spid="72">
                                            <p:txEl>
                                              <p:pRg st="5" end="5"/>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nodeType="clickEffect" fill="hold" presetClass="entr" presetID="1">
                                  <p:stCondLst>
                                    <p:cond delay="0"/>
                                  </p:stCondLst>
                                  <p:childTnLst>
                                    <p:set>
                                      <p:cBhvr>
                                        <p:cTn id="52" dur="1" fill="hold">
                                          <p:stCondLst>
                                            <p:cond delay="0"/>
                                          </p:stCondLst>
                                        </p:cTn>
                                        <p:tgtEl>
                                          <p:spTgt spid="72">
                                            <p:txEl>
                                              <p:pRg st="6" end="6"/>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nodeType="clickEffect" fill="hold" presetClass="entr" presetID="1">
                                  <p:stCondLst>
                                    <p:cond delay="0"/>
                                  </p:stCondLst>
                                  <p:childTnLst>
                                    <p:set>
                                      <p:cBhvr>
                                        <p:cTn id="56" dur="1" fill="hold">
                                          <p:stCondLst>
                                            <p:cond delay="0"/>
                                          </p:stCondLst>
                                        </p:cTn>
                                        <p:tgtEl>
                                          <p:spTgt spid="72">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a:solidFill>
                  <a:schemeClr val="dk1"/>
                </a:solidFill>
                <a:effectLst/>
                <a:uFillTx/>
                <a:latin typeface="Calibri Light"/>
              </a:rPr>
              <a:t>Threads</a:t>
            </a:r>
            <a:endParaRPr b="0" lang="en-US" sz="4400" strike="noStrike" u="none">
              <a:solidFill>
                <a:schemeClr val="dk1"/>
              </a:solidFill>
              <a:effectLst/>
              <a:uFillTx/>
              <a:latin typeface="Calibri"/>
            </a:endParaRPr>
          </a:p>
        </p:txBody>
      </p:sp>
      <p:sp>
        <p:nvSpPr>
          <p:cNvPr id="74"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תהליכי דיאט (</a:t>
            </a:r>
            <a:r>
              <a:rPr b="0" lang="en-US" sz="2800" strike="noStrike" u="none">
                <a:solidFill>
                  <a:schemeClr val="dk1"/>
                </a:solidFill>
                <a:effectLst/>
                <a:uFillTx/>
                <a:latin typeface="Calibri"/>
              </a:rPr>
              <a:t>lightweight processes</a:t>
            </a:r>
            <a:r>
              <a:rPr b="0" lang="en-US" sz="2800" strike="noStrike" u="none">
                <a:solidFill>
                  <a:schemeClr val="dk1"/>
                </a:solidFill>
                <a:effectLst/>
                <a:uFillTx/>
                <a:latin typeface="Calibri"/>
              </a:rPr>
              <a:t>) – חוטים (</a:t>
            </a:r>
            <a:r>
              <a:rPr b="0" lang="en-US" sz="2800" strike="noStrike" u="none">
                <a:solidFill>
                  <a:schemeClr val="dk1"/>
                </a:solidFill>
                <a:effectLst/>
                <a:uFillTx/>
                <a:latin typeface="Calibri"/>
              </a:rPr>
              <a:t>Threads</a:t>
            </a:r>
            <a:r>
              <a:rPr b="0" lang="en-US" sz="2800" strike="noStrike" u="none">
                <a:solidFill>
                  <a:schemeClr val="dk1"/>
                </a:solidFill>
                <a:effectLst/>
                <a:uFillTx/>
                <a:latin typeface="Calibri"/>
              </a:rPr>
              <a:t>) - משתפים אותו מרחב כתובות, הרשאות ומשאבים</a:t>
            </a:r>
            <a:endParaRPr b="0" lang="en-US" sz="2800" strike="noStrike" u="none">
              <a:solidFill>
                <a:schemeClr val="dk1"/>
              </a:solidFill>
              <a:effectLst/>
              <a:uFillTx/>
              <a:latin typeface="Calibri"/>
            </a:endParaRPr>
          </a:p>
          <a:p>
            <a:pPr indent="0" algn="r" defTabSz="914400" rtl="1">
              <a:lnSpc>
                <a:spcPct val="90000"/>
              </a:lnSpc>
              <a:spcBef>
                <a:spcPts val="1001"/>
              </a:spcBef>
              <a:buNone/>
            </a:pPr>
            <a:endParaRPr b="0" lang="en-US" sz="2800" strike="noStrike" u="none">
              <a:solidFill>
                <a:schemeClr val="dk1"/>
              </a:solidFill>
              <a:effectLst/>
              <a:uFillTx/>
              <a:latin typeface="Calibri"/>
            </a:endParaRPr>
          </a:p>
        </p:txBody>
      </p:sp>
      <p:pic>
        <p:nvPicPr>
          <p:cNvPr id="75" name="Picture 2" descr=""/>
          <p:cNvPicPr/>
          <p:nvPr/>
        </p:nvPicPr>
        <p:blipFill>
          <a:blip r:embed="rId1"/>
          <a:stretch/>
        </p:blipFill>
        <p:spPr>
          <a:xfrm>
            <a:off x="2897280" y="3290040"/>
            <a:ext cx="6397200" cy="2580840"/>
          </a:xfrm>
          <a:prstGeom prst="rect">
            <a:avLst/>
          </a:prstGeom>
          <a:noFill/>
          <a:ln w="0">
            <a:noFill/>
          </a:ln>
        </p:spPr>
      </p:pic>
    </p:spTree>
  </p:cSld>
  <mc:AlternateContent>
    <mc:Choice Requires="p14">
      <p:transition spd="slow" p14:dur="2000"/>
    </mc:Choice>
    <mc:Fallback>
      <p:transition spd="slow"/>
    </mc:Fallback>
  </mc:AlternateContent>
  <p:timing>
    <p:tnLst>
      <p:par>
        <p:cTn id="57" dur="indefinite" restart="never" nodeType="tmRoot">
          <p:childTnLst>
            <p:seq>
              <p:cTn id="58" dur="indefinite" nodeType="mainSeq">
                <p:childTnLst>
                  <p:par>
                    <p:cTn id="59" fill="hold">
                      <p:stCondLst>
                        <p:cond delay="indefinite"/>
                      </p:stCondLst>
                      <p:childTnLst>
                        <p:par>
                          <p:cTn id="60" fill="hold">
                            <p:stCondLst>
                              <p:cond delay="0"/>
                            </p:stCondLst>
                            <p:childTnLst>
                              <p:par>
                                <p:cTn id="61" nodeType="clickEffect" fill="hold" presetClass="entr" presetID="1">
                                  <p:stCondLst>
                                    <p:cond delay="0"/>
                                  </p:stCondLst>
                                  <p:childTnLst>
                                    <p:set>
                                      <p:cBhvr>
                                        <p:cTn id="62"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a:solidFill>
                  <a:schemeClr val="dk1"/>
                </a:solidFill>
                <a:effectLst/>
                <a:uFillTx/>
                <a:latin typeface="Calibri Light"/>
              </a:rPr>
              <a:t>Threads</a:t>
            </a:r>
            <a:endParaRPr b="0" lang="en-US" sz="4400" strike="noStrike" u="none">
              <a:solidFill>
                <a:schemeClr val="dk1"/>
              </a:solidFill>
              <a:effectLst/>
              <a:uFillTx/>
              <a:latin typeface="Calibri"/>
            </a:endParaRPr>
          </a:p>
        </p:txBody>
      </p:sp>
      <p:sp>
        <p:nvSpPr>
          <p:cNvPr id="77"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רוב המערכות המודרניות הם מרובות חוטים</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ניתן לבצע פעולות מרובות בעזרת חוטים נפרדים</a:t>
            </a:r>
            <a:endParaRPr b="0" lang="en-US" sz="28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he-IL" sz="2400" strike="noStrike" u="none">
                <a:solidFill>
                  <a:schemeClr val="dk1"/>
                </a:solidFill>
                <a:effectLst/>
                <a:uFillTx/>
                <a:latin typeface="Calibri"/>
              </a:rPr>
              <a:t>עדכון תצוגה</a:t>
            </a:r>
            <a:endParaRPr b="0" lang="en-US" sz="24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he-IL" sz="2400" strike="noStrike" u="none">
                <a:solidFill>
                  <a:schemeClr val="dk1"/>
                </a:solidFill>
                <a:effectLst/>
                <a:uFillTx/>
                <a:latin typeface="Calibri"/>
              </a:rPr>
              <a:t>בדיקת דקדוק</a:t>
            </a:r>
            <a:endParaRPr b="0" lang="en-US" sz="24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he-IL" sz="2400" strike="noStrike" u="none">
                <a:solidFill>
                  <a:schemeClr val="dk1"/>
                </a:solidFill>
                <a:effectLst/>
                <a:uFillTx/>
                <a:latin typeface="Calibri"/>
              </a:rPr>
              <a:t>טיפול בבקשת רשת</a:t>
            </a:r>
            <a:endParaRPr b="0" lang="en-US" sz="24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יצירת חוטים היא קצרה ומהירה</a:t>
            </a:r>
            <a:endParaRPr b="0" lang="en-US" sz="28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timing>
    <p:tnLst>
      <p:par>
        <p:cTn id="63" dur="indefinite" restart="never" nodeType="tmRoot">
          <p:childTnLst>
            <p:seq>
              <p:cTn id="64" dur="indefinite" nodeType="mainSeq">
                <p:childTnLst>
                  <p:par>
                    <p:cTn id="65" fill="hold">
                      <p:stCondLst>
                        <p:cond delay="indefinite"/>
                      </p:stCondLst>
                      <p:childTnLst>
                        <p:par>
                          <p:cTn id="66" fill="hold">
                            <p:stCondLst>
                              <p:cond delay="0"/>
                            </p:stCondLst>
                            <p:childTnLst>
                              <p:par>
                                <p:cTn id="67" nodeType="clickEffect" fill="hold" presetClass="entr" presetID="1">
                                  <p:stCondLst>
                                    <p:cond delay="0"/>
                                  </p:stCondLst>
                                  <p:childTnLst>
                                    <p:set>
                                      <p:cBhvr>
                                        <p:cTn id="68" dur="1" fill="hold">
                                          <p:stCondLst>
                                            <p:cond delay="0"/>
                                          </p:stCondLst>
                                        </p:cTn>
                                        <p:tgtEl>
                                          <p:spTgt spid="77">
                                            <p:txEl>
                                              <p:pRg st="0" end="0"/>
                                            </p:txEl>
                                          </p:spTgt>
                                        </p:tgtEl>
                                        <p:attrNameLst>
                                          <p:attrName>style.visibility</p:attrName>
                                        </p:attrNameLst>
                                      </p:cBhvr>
                                      <p:to>
                                        <p:strVal val="visible"/>
                                      </p:to>
                                    </p:set>
                                  </p:childTnLst>
                                </p:cTn>
                              </p:par>
                              <p:par>
                                <p:cTn id="69" nodeType="withEffect" fill="hold" presetClass="entr" presetID="1">
                                  <p:stCondLst>
                                    <p:cond delay="0"/>
                                  </p:stCondLst>
                                  <p:childTnLst>
                                    <p:set>
                                      <p:cBhvr>
                                        <p:cTn id="70" dur="1" fill="hold">
                                          <p:stCondLst>
                                            <p:cond delay="0"/>
                                          </p:stCondLst>
                                        </p:cTn>
                                        <p:tgtEl>
                                          <p:spTgt spid="77">
                                            <p:txEl>
                                              <p:pRg st="1" end="1"/>
                                            </p:txEl>
                                          </p:spTgt>
                                        </p:tgtEl>
                                        <p:attrNameLst>
                                          <p:attrName>style.visibility</p:attrName>
                                        </p:attrNameLst>
                                      </p:cBhvr>
                                      <p:to>
                                        <p:strVal val="visible"/>
                                      </p:to>
                                    </p:set>
                                  </p:childTnLst>
                                </p:cTn>
                              </p:par>
                              <p:par>
                                <p:cTn id="71" nodeType="withEffect" fill="hold" presetClass="entr" presetID="1">
                                  <p:stCondLst>
                                    <p:cond delay="0"/>
                                  </p:stCondLst>
                                  <p:childTnLst>
                                    <p:set>
                                      <p:cBhvr>
                                        <p:cTn id="72" dur="1" fill="hold">
                                          <p:stCondLst>
                                            <p:cond delay="0"/>
                                          </p:stCondLst>
                                        </p:cTn>
                                        <p:tgtEl>
                                          <p:spTgt spid="77">
                                            <p:txEl>
                                              <p:pRg st="2" end="2"/>
                                            </p:txEl>
                                          </p:spTgt>
                                        </p:tgtEl>
                                        <p:attrNameLst>
                                          <p:attrName>style.visibility</p:attrName>
                                        </p:attrNameLst>
                                      </p:cBhvr>
                                      <p:to>
                                        <p:strVal val="visible"/>
                                      </p:to>
                                    </p:set>
                                  </p:childTnLst>
                                </p:cTn>
                              </p:par>
                              <p:par>
                                <p:cTn id="73" nodeType="withEffect" fill="hold" presetClass="entr" presetID="1">
                                  <p:stCondLst>
                                    <p:cond delay="0"/>
                                  </p:stCondLst>
                                  <p:childTnLst>
                                    <p:set>
                                      <p:cBhvr>
                                        <p:cTn id="74" dur="1" fill="hold">
                                          <p:stCondLst>
                                            <p:cond delay="0"/>
                                          </p:stCondLst>
                                        </p:cTn>
                                        <p:tgtEl>
                                          <p:spTgt spid="77">
                                            <p:txEl>
                                              <p:pRg st="3" end="3"/>
                                            </p:txEl>
                                          </p:spTgt>
                                        </p:tgtEl>
                                        <p:attrNameLst>
                                          <p:attrName>style.visibility</p:attrName>
                                        </p:attrNameLst>
                                      </p:cBhvr>
                                      <p:to>
                                        <p:strVal val="visible"/>
                                      </p:to>
                                    </p:set>
                                  </p:childTnLst>
                                </p:cTn>
                              </p:par>
                              <p:par>
                                <p:cTn id="75" nodeType="withEffect" fill="hold" presetClass="entr" presetID="1">
                                  <p:stCondLst>
                                    <p:cond delay="0"/>
                                  </p:stCondLst>
                                  <p:childTnLst>
                                    <p:set>
                                      <p:cBhvr>
                                        <p:cTn id="76" dur="1" fill="hold">
                                          <p:stCondLst>
                                            <p:cond delay="0"/>
                                          </p:stCondLst>
                                        </p:cTn>
                                        <p:tgtEl>
                                          <p:spTgt spid="77">
                                            <p:txEl>
                                              <p:pRg st="4" end="4"/>
                                            </p:txEl>
                                          </p:spTgt>
                                        </p:tgtEl>
                                        <p:attrNameLst>
                                          <p:attrName>style.visibility</p:attrName>
                                        </p:attrNameLst>
                                      </p:cBhvr>
                                      <p:to>
                                        <p:strVal val="visible"/>
                                      </p:to>
                                    </p:set>
                                  </p:childTnLst>
                                </p:cTn>
                              </p:par>
                              <p:par>
                                <p:cTn id="77" nodeType="withEffect" fill="hold" presetClass="entr" presetID="1">
                                  <p:stCondLst>
                                    <p:cond delay="0"/>
                                  </p:stCondLst>
                                  <p:childTnLst>
                                    <p:set>
                                      <p:cBhvr>
                                        <p:cTn id="78" dur="1" fill="hold">
                                          <p:stCondLst>
                                            <p:cond delay="0"/>
                                          </p:stCondLst>
                                        </p:cTn>
                                        <p:tgtEl>
                                          <p:spTgt spid="77">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a:solidFill>
                  <a:schemeClr val="dk1"/>
                </a:solidFill>
                <a:effectLst/>
                <a:uFillTx/>
                <a:latin typeface="Calibri Light"/>
              </a:rPr>
              <a:t>Threads</a:t>
            </a:r>
            <a:br>
              <a:rPr sz="4400"/>
            </a:br>
            <a:r>
              <a:rPr b="0" lang="he-IL" sz="2800" strike="noStrike" u="none">
                <a:solidFill>
                  <a:schemeClr val="dk1"/>
                </a:solidFill>
                <a:effectLst/>
                <a:uFillTx/>
                <a:latin typeface="Calibri Light"/>
              </a:rPr>
              <a:t>יתרונות</a:t>
            </a:r>
            <a:endParaRPr b="0" lang="en-US" sz="2800" strike="noStrike" u="none">
              <a:solidFill>
                <a:schemeClr val="dk1"/>
              </a:solidFill>
              <a:effectLst/>
              <a:uFillTx/>
              <a:latin typeface="Calibri"/>
            </a:endParaRPr>
          </a:p>
        </p:txBody>
      </p:sp>
      <p:sp>
        <p:nvSpPr>
          <p:cNvPr id="79"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מתאפשרת הרצה של תהליכונים אפילו ששאר התהליך חסום (כגון בקשת קלט/פלט)</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תהליכונים חולקים את המשאבים של התהליך – יותר קל לשתף מידע מאשר בין תהליכים</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זול יותר מאשר יצירת תהליך חדש, </a:t>
            </a:r>
            <a:r>
              <a:rPr b="0" lang="en-US" sz="2800" strike="noStrike" u="none">
                <a:solidFill>
                  <a:schemeClr val="dk1"/>
                </a:solidFill>
                <a:effectLst/>
                <a:uFillTx/>
                <a:latin typeface="Calibri"/>
              </a:rPr>
              <a:t>context switch</a:t>
            </a:r>
            <a:r>
              <a:rPr b="0" lang="en-US" sz="2800" strike="noStrike" u="none">
                <a:solidFill>
                  <a:schemeClr val="dk1"/>
                </a:solidFill>
                <a:effectLst/>
                <a:uFillTx/>
                <a:latin typeface="Calibri"/>
              </a:rPr>
              <a:t> של תהליכונים יותר מהיר</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ניתן לנצל מעבדים מרובי ליבות</a:t>
            </a:r>
            <a:endParaRPr b="0" lang="en-US" sz="28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timing>
    <p:tnLst>
      <p:par>
        <p:cTn id="79" dur="indefinite" restart="never" nodeType="tmRoot">
          <p:childTnLst>
            <p:seq>
              <p:cTn id="80" dur="indefinite" nodeType="mainSeq">
                <p:childTnLst>
                  <p:par>
                    <p:cTn id="81" fill="hold">
                      <p:stCondLst>
                        <p:cond delay="indefinite"/>
                      </p:stCondLst>
                      <p:childTnLst>
                        <p:par>
                          <p:cTn id="82" fill="hold">
                            <p:stCondLst>
                              <p:cond delay="0"/>
                            </p:stCondLst>
                            <p:childTnLst>
                              <p:par>
                                <p:cTn id="83" nodeType="clickEffect" fill="hold" presetClass="entr" presetID="1">
                                  <p:stCondLst>
                                    <p:cond delay="0"/>
                                  </p:stCondLst>
                                  <p:childTnLst>
                                    <p:set>
                                      <p:cBhvr>
                                        <p:cTn id="84" dur="1" fill="hold">
                                          <p:stCondLst>
                                            <p:cond delay="0"/>
                                          </p:stCondLst>
                                        </p:cTn>
                                        <p:tgtEl>
                                          <p:spTgt spid="79">
                                            <p:txEl>
                                              <p:pRg st="0" end="0"/>
                                            </p:txEl>
                                          </p:spTgt>
                                        </p:tgtEl>
                                        <p:attrNameLst>
                                          <p:attrName>style.visibility</p:attrName>
                                        </p:attrNameLst>
                                      </p:cBhvr>
                                      <p:to>
                                        <p:strVal val="visible"/>
                                      </p:to>
                                    </p:set>
                                  </p:childTnLst>
                                </p:cTn>
                              </p:par>
                              <p:par>
                                <p:cTn id="85" nodeType="withEffect" fill="hold" presetClass="entr" presetID="1">
                                  <p:stCondLst>
                                    <p:cond delay="0"/>
                                  </p:stCondLst>
                                  <p:childTnLst>
                                    <p:set>
                                      <p:cBhvr>
                                        <p:cTn id="86" dur="1" fill="hold">
                                          <p:stCondLst>
                                            <p:cond delay="0"/>
                                          </p:stCondLst>
                                        </p:cTn>
                                        <p:tgtEl>
                                          <p:spTgt spid="79">
                                            <p:txEl>
                                              <p:pRg st="1" end="1"/>
                                            </p:txEl>
                                          </p:spTgt>
                                        </p:tgtEl>
                                        <p:attrNameLst>
                                          <p:attrName>style.visibility</p:attrName>
                                        </p:attrNameLst>
                                      </p:cBhvr>
                                      <p:to>
                                        <p:strVal val="visible"/>
                                      </p:to>
                                    </p:set>
                                  </p:childTnLst>
                                </p:cTn>
                              </p:par>
                              <p:par>
                                <p:cTn id="87" nodeType="withEffect" fill="hold" presetClass="entr" presetID="1">
                                  <p:stCondLst>
                                    <p:cond delay="0"/>
                                  </p:stCondLst>
                                  <p:childTnLst>
                                    <p:set>
                                      <p:cBhvr>
                                        <p:cTn id="88" dur="1" fill="hold">
                                          <p:stCondLst>
                                            <p:cond delay="0"/>
                                          </p:stCondLst>
                                        </p:cTn>
                                        <p:tgtEl>
                                          <p:spTgt spid="79">
                                            <p:txEl>
                                              <p:pRg st="2" end="2"/>
                                            </p:txEl>
                                          </p:spTgt>
                                        </p:tgtEl>
                                        <p:attrNameLst>
                                          <p:attrName>style.visibility</p:attrName>
                                        </p:attrNameLst>
                                      </p:cBhvr>
                                      <p:to>
                                        <p:strVal val="visible"/>
                                      </p:to>
                                    </p:set>
                                  </p:childTnLst>
                                </p:cTn>
                              </p:par>
                              <p:par>
                                <p:cTn id="89" nodeType="withEffect" fill="hold" presetClass="entr" presetID="1">
                                  <p:stCondLst>
                                    <p:cond delay="0"/>
                                  </p:stCondLst>
                                  <p:childTnLst>
                                    <p:set>
                                      <p:cBhvr>
                                        <p:cTn id="90" dur="1" fill="hold">
                                          <p:stCondLst>
                                            <p:cond delay="0"/>
                                          </p:stCondLst>
                                        </p:cTn>
                                        <p:tgtEl>
                                          <p:spTgt spid="79">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a:solidFill>
                  <a:schemeClr val="dk1"/>
                </a:solidFill>
                <a:effectLst/>
                <a:uFillTx/>
                <a:latin typeface="Calibri Light"/>
              </a:rPr>
              <a:t>Threads</a:t>
            </a:r>
            <a:endParaRPr b="0" lang="en-US" sz="4400" strike="noStrike" u="none">
              <a:solidFill>
                <a:schemeClr val="dk1"/>
              </a:solidFill>
              <a:effectLst/>
              <a:uFillTx/>
              <a:latin typeface="Calibri"/>
            </a:endParaRPr>
          </a:p>
        </p:txBody>
      </p:sp>
      <p:graphicFrame>
        <p:nvGraphicFramePr>
          <p:cNvPr id="81" name="Content Placeholder 3"/>
          <p:cNvGraphicFramePr/>
          <p:nvPr/>
        </p:nvGraphicFramePr>
        <p:xfrm>
          <a:off x="838080" y="1825560"/>
          <a:ext cx="10515240" cy="3477600"/>
        </p:xfrm>
        <a:graphic>
          <a:graphicData uri="http://schemas.openxmlformats.org/drawingml/2006/table">
            <a:tbl>
              <a:tblPr/>
              <a:tblGrid>
                <a:gridCol w="3504960"/>
                <a:gridCol w="3504960"/>
                <a:gridCol w="3504960"/>
              </a:tblGrid>
              <a:tr h="370800">
                <a:tc>
                  <a:txBody>
                    <a:bodyPr anchor="t">
                      <a:noAutofit/>
                    </a:bodyPr>
                    <a:p>
                      <a:pPr algn="ctr" defTabSz="914400" rtl="1">
                        <a:lnSpc>
                          <a:spcPct val="100000"/>
                        </a:lnSpc>
                      </a:pPr>
                      <a:r>
                        <a:rPr b="0" lang="he-IL" sz="3200" strike="noStrike" u="none">
                          <a:solidFill>
                            <a:schemeClr val="dk1"/>
                          </a:solidFill>
                          <a:effectLst/>
                          <a:uFillTx/>
                          <a:latin typeface="Calibri"/>
                        </a:rPr>
                        <a:t>ייחודי לחוט</a:t>
                      </a:r>
                      <a:endParaRPr b="0" lang="en-IL" sz="3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rtl="1">
                        <a:lnSpc>
                          <a:spcPct val="100000"/>
                        </a:lnSpc>
                      </a:pPr>
                      <a:r>
                        <a:rPr b="0" lang="he-IL" sz="3200" strike="noStrike" u="none">
                          <a:solidFill>
                            <a:schemeClr val="dk1"/>
                          </a:solidFill>
                          <a:effectLst/>
                          <a:uFillTx/>
                          <a:latin typeface="Calibri"/>
                        </a:rPr>
                        <a:t>ייחודי לתהליך</a:t>
                      </a:r>
                      <a:endParaRPr b="0" lang="en-IL" sz="3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rtl="1">
                        <a:lnSpc>
                          <a:spcPct val="100000"/>
                        </a:lnSpc>
                      </a:pPr>
                      <a:endParaRPr b="0" lang="en-US" sz="3200" strike="noStrike" u="none">
                        <a:solidFill>
                          <a:schemeClr val="dk1"/>
                        </a:solidFill>
                        <a:effectLst/>
                        <a:uFillTx/>
                        <a:latin typeface="Calibri"/>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70800">
                <a:tc>
                  <a:txBody>
                    <a:bodyPr anchor="t">
                      <a:noAutofit/>
                    </a:bodyPr>
                    <a:p>
                      <a:pPr algn="ctr" defTabSz="914400" rtl="1">
                        <a:lnSpc>
                          <a:spcPct val="100000"/>
                        </a:lnSpc>
                      </a:pPr>
                      <a:r>
                        <a:rPr b="0" lang="en-US" sz="3200" strike="noStrike" u="none">
                          <a:solidFill>
                            <a:schemeClr val="dk1"/>
                          </a:solidFill>
                          <a:effectLst/>
                          <a:uFillTx/>
                          <a:latin typeface="Calibri"/>
                        </a:rPr>
                        <a:t>V</a:t>
                      </a:r>
                      <a:endParaRPr b="0" lang="en-IL" sz="3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rtl="1">
                        <a:lnSpc>
                          <a:spcPct val="100000"/>
                        </a:lnSpc>
                      </a:pPr>
                      <a:r>
                        <a:rPr b="0" lang="en-US" sz="3200" strike="noStrike" u="none">
                          <a:solidFill>
                            <a:schemeClr val="dk1"/>
                          </a:solidFill>
                          <a:effectLst/>
                          <a:uFillTx/>
                          <a:latin typeface="Calibri"/>
                        </a:rPr>
                        <a:t>V</a:t>
                      </a:r>
                      <a:endParaRPr b="0" lang="en-IL" sz="3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rtl="1">
                        <a:lnSpc>
                          <a:spcPct val="100000"/>
                        </a:lnSpc>
                      </a:pPr>
                      <a:r>
                        <a:rPr b="0" lang="en-US" sz="3200" strike="noStrike" u="none">
                          <a:solidFill>
                            <a:schemeClr val="dk1"/>
                          </a:solidFill>
                          <a:effectLst/>
                          <a:uFillTx/>
                          <a:latin typeface="Calibri"/>
                        </a:rPr>
                        <a:t>Program counter</a:t>
                      </a:r>
                      <a:endParaRPr b="0" lang="en-IL" sz="3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70800">
                <a:tc>
                  <a:txBody>
                    <a:bodyPr anchor="t">
                      <a:noAutofit/>
                    </a:bodyPr>
                    <a:p>
                      <a:pPr algn="ctr" defTabSz="914400" rtl="1">
                        <a:lnSpc>
                          <a:spcPct val="100000"/>
                        </a:lnSpc>
                      </a:pPr>
                      <a:r>
                        <a:rPr b="0" lang="en-US" sz="3200" strike="noStrike" u="none">
                          <a:solidFill>
                            <a:schemeClr val="dk1"/>
                          </a:solidFill>
                          <a:effectLst/>
                          <a:uFillTx/>
                          <a:latin typeface="Calibri"/>
                        </a:rPr>
                        <a:t>V</a:t>
                      </a:r>
                      <a:endParaRPr b="0" lang="en-IL" sz="3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rtl="1">
                        <a:lnSpc>
                          <a:spcPct val="100000"/>
                        </a:lnSpc>
                      </a:pPr>
                      <a:r>
                        <a:rPr b="0" lang="en-US" sz="3200" strike="noStrike" u="none">
                          <a:solidFill>
                            <a:schemeClr val="dk1"/>
                          </a:solidFill>
                          <a:effectLst/>
                          <a:uFillTx/>
                          <a:latin typeface="Calibri"/>
                        </a:rPr>
                        <a:t>V</a:t>
                      </a:r>
                      <a:endParaRPr b="0" lang="en-IL" sz="3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rtl="1">
                        <a:lnSpc>
                          <a:spcPct val="100000"/>
                        </a:lnSpc>
                      </a:pPr>
                      <a:r>
                        <a:rPr b="0" lang="en-US" sz="3200" strike="noStrike" u="none">
                          <a:solidFill>
                            <a:schemeClr val="dk1"/>
                          </a:solidFill>
                          <a:effectLst/>
                          <a:uFillTx/>
                          <a:latin typeface="Calibri"/>
                        </a:rPr>
                        <a:t>Registers</a:t>
                      </a:r>
                      <a:endParaRPr b="0" lang="en-IL" sz="3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70800">
                <a:tc>
                  <a:txBody>
                    <a:bodyPr anchor="t">
                      <a:noAutofit/>
                    </a:bodyPr>
                    <a:p>
                      <a:pPr algn="ctr" defTabSz="914400" rtl="1">
                        <a:lnSpc>
                          <a:spcPct val="100000"/>
                        </a:lnSpc>
                      </a:pPr>
                      <a:r>
                        <a:rPr b="0" lang="en-US" sz="3200" strike="noStrike" u="none">
                          <a:solidFill>
                            <a:schemeClr val="dk1"/>
                          </a:solidFill>
                          <a:effectLst/>
                          <a:uFillTx/>
                          <a:latin typeface="Calibri"/>
                        </a:rPr>
                        <a:t>V</a:t>
                      </a:r>
                      <a:endParaRPr b="0" lang="en-IL" sz="3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rtl="1">
                        <a:lnSpc>
                          <a:spcPct val="100000"/>
                        </a:lnSpc>
                      </a:pPr>
                      <a:r>
                        <a:rPr b="0" lang="en-US" sz="3200" strike="noStrike" u="none">
                          <a:solidFill>
                            <a:schemeClr val="dk1"/>
                          </a:solidFill>
                          <a:effectLst/>
                          <a:uFillTx/>
                          <a:latin typeface="Calibri"/>
                        </a:rPr>
                        <a:t>V</a:t>
                      </a:r>
                      <a:endParaRPr b="0" lang="en-IL" sz="3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rtl="1">
                        <a:lnSpc>
                          <a:spcPct val="100000"/>
                        </a:lnSpc>
                      </a:pPr>
                      <a:r>
                        <a:rPr b="0" lang="en-US" sz="3200" strike="noStrike" u="none">
                          <a:solidFill>
                            <a:schemeClr val="dk1"/>
                          </a:solidFill>
                          <a:effectLst/>
                          <a:uFillTx/>
                          <a:latin typeface="Calibri"/>
                        </a:rPr>
                        <a:t>Stack</a:t>
                      </a:r>
                      <a:endParaRPr b="0" lang="en-IL" sz="3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70800">
                <a:tc>
                  <a:txBody>
                    <a:bodyPr anchor="t">
                      <a:noAutofit/>
                    </a:bodyPr>
                    <a:p>
                      <a:pPr algn="ctr" defTabSz="914400" rtl="1">
                        <a:lnSpc>
                          <a:spcPct val="100000"/>
                        </a:lnSpc>
                      </a:pPr>
                      <a:r>
                        <a:rPr b="0" lang="en-US" sz="3200" strike="noStrike" u="none">
                          <a:solidFill>
                            <a:schemeClr val="dk1"/>
                          </a:solidFill>
                          <a:effectLst/>
                          <a:uFillTx/>
                          <a:latin typeface="Calibri"/>
                        </a:rPr>
                        <a:t>X</a:t>
                      </a:r>
                      <a:endParaRPr b="0" lang="en-IL" sz="3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rtl="1">
                        <a:lnSpc>
                          <a:spcPct val="100000"/>
                        </a:lnSpc>
                      </a:pPr>
                      <a:r>
                        <a:rPr b="0" lang="en-US" sz="3200" strike="noStrike" u="none">
                          <a:solidFill>
                            <a:schemeClr val="dk1"/>
                          </a:solidFill>
                          <a:effectLst/>
                          <a:uFillTx/>
                          <a:latin typeface="Calibri"/>
                        </a:rPr>
                        <a:t>V</a:t>
                      </a:r>
                      <a:endParaRPr b="0" lang="en-IL" sz="3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rtl="1">
                        <a:lnSpc>
                          <a:spcPct val="100000"/>
                        </a:lnSpc>
                      </a:pPr>
                      <a:r>
                        <a:rPr b="0" lang="en-US" sz="3200" strike="noStrike" u="none">
                          <a:solidFill>
                            <a:schemeClr val="dk1"/>
                          </a:solidFill>
                          <a:effectLst/>
                          <a:uFillTx/>
                          <a:latin typeface="Calibri"/>
                        </a:rPr>
                        <a:t>Address Space</a:t>
                      </a:r>
                      <a:endParaRPr b="0" lang="en-IL" sz="3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70800">
                <a:tc>
                  <a:txBody>
                    <a:bodyPr anchor="t">
                      <a:noAutofit/>
                    </a:bodyPr>
                    <a:p>
                      <a:pPr algn="ctr" defTabSz="914400" rtl="1">
                        <a:lnSpc>
                          <a:spcPct val="100000"/>
                        </a:lnSpc>
                      </a:pPr>
                      <a:r>
                        <a:rPr b="0" lang="en-US" sz="3200" strike="noStrike" u="none">
                          <a:solidFill>
                            <a:schemeClr val="dk1"/>
                          </a:solidFill>
                          <a:effectLst/>
                          <a:uFillTx/>
                          <a:latin typeface="Calibri"/>
                        </a:rPr>
                        <a:t>X</a:t>
                      </a:r>
                      <a:endParaRPr b="0" lang="en-IL" sz="3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rtl="1">
                        <a:lnSpc>
                          <a:spcPct val="100000"/>
                        </a:lnSpc>
                      </a:pPr>
                      <a:r>
                        <a:rPr b="0" lang="en-US" sz="3200" strike="noStrike" u="none">
                          <a:solidFill>
                            <a:schemeClr val="dk1"/>
                          </a:solidFill>
                          <a:effectLst/>
                          <a:uFillTx/>
                          <a:latin typeface="Calibri"/>
                        </a:rPr>
                        <a:t>V</a:t>
                      </a:r>
                      <a:endParaRPr b="0" lang="en-IL" sz="3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rtl="1">
                        <a:lnSpc>
                          <a:spcPct val="100000"/>
                        </a:lnSpc>
                      </a:pPr>
                      <a:r>
                        <a:rPr b="0" lang="en-US" sz="3200" strike="noStrike" u="none">
                          <a:solidFill>
                            <a:schemeClr val="dk1"/>
                          </a:solidFill>
                          <a:effectLst/>
                          <a:uFillTx/>
                          <a:latin typeface="Calibri"/>
                        </a:rPr>
                        <a:t>Open Files</a:t>
                      </a:r>
                      <a:endParaRPr b="0" lang="en-IL" sz="3200" strike="noStrike" u="non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a:solidFill>
                  <a:schemeClr val="dk1"/>
                </a:solidFill>
                <a:effectLst/>
                <a:uFillTx/>
                <a:latin typeface="Calibri Light"/>
              </a:rPr>
              <a:t>Threads</a:t>
            </a:r>
            <a:endParaRPr b="0" lang="en-US" sz="4400" strike="noStrike" u="none">
              <a:solidFill>
                <a:schemeClr val="dk1"/>
              </a:solidFill>
              <a:effectLst/>
              <a:uFillTx/>
              <a:latin typeface="Calibri"/>
            </a:endParaRPr>
          </a:p>
        </p:txBody>
      </p:sp>
      <p:pic>
        <p:nvPicPr>
          <p:cNvPr id="83" name="Picture 2" descr=""/>
          <p:cNvPicPr/>
          <p:nvPr/>
        </p:nvPicPr>
        <p:blipFill>
          <a:blip r:embed="rId1"/>
          <a:stretch/>
        </p:blipFill>
        <p:spPr>
          <a:xfrm>
            <a:off x="1753200" y="1690560"/>
            <a:ext cx="8685000" cy="501516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4" name="Picture 4" descr="process-address-space"/>
          <p:cNvPicPr/>
          <p:nvPr/>
        </p:nvPicPr>
        <p:blipFill>
          <a:blip r:embed="rId1"/>
          <a:stretch/>
        </p:blipFill>
        <p:spPr>
          <a:xfrm>
            <a:off x="212400" y="1851480"/>
            <a:ext cx="6352920" cy="4548960"/>
          </a:xfrm>
          <a:prstGeom prst="rect">
            <a:avLst/>
          </a:prstGeom>
          <a:noFill/>
          <a:ln w="0">
            <a:noFill/>
          </a:ln>
        </p:spPr>
      </p:pic>
      <p:sp>
        <p:nvSpPr>
          <p:cNvPr id="8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a:solidFill>
                  <a:schemeClr val="dk1"/>
                </a:solidFill>
                <a:effectLst/>
                <a:uFillTx/>
                <a:latin typeface="Calibri Light"/>
              </a:rPr>
              <a:t>Threads</a:t>
            </a:r>
            <a:endParaRPr b="0" lang="en-US" sz="4400" strike="noStrike" u="none">
              <a:solidFill>
                <a:schemeClr val="dk1"/>
              </a:solidFill>
              <a:effectLst/>
              <a:uFillTx/>
              <a:latin typeface="Calibri"/>
            </a:endParaRPr>
          </a:p>
        </p:txBody>
      </p:sp>
      <p:sp>
        <p:nvSpPr>
          <p:cNvPr id="86"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מרחב כתובות של תהליך בודד, כשב </a:t>
            </a:r>
            <a:r>
              <a:rPr b="0" lang="en-US" sz="2800" strike="noStrike" u="none">
                <a:solidFill>
                  <a:schemeClr val="dk1"/>
                </a:solidFill>
                <a:effectLst/>
                <a:uFillTx/>
                <a:latin typeface="Calibri"/>
              </a:rPr>
              <a:t>PCB</a:t>
            </a:r>
            <a:endParaRPr b="0" lang="en-US" sz="2800" strike="noStrike" u="none">
              <a:solidFill>
                <a:schemeClr val="dk1"/>
              </a:solidFill>
              <a:effectLst/>
              <a:uFillTx/>
              <a:latin typeface="Calibri"/>
            </a:endParaRPr>
          </a:p>
          <a:p>
            <a:pPr indent="0" algn="r" defTabSz="914400" rtl="1">
              <a:lnSpc>
                <a:spcPct val="90000"/>
              </a:lnSpc>
              <a:spcBef>
                <a:spcPts val="1001"/>
              </a:spcBef>
              <a:buNone/>
              <a:tabLst>
                <a:tab algn="l" pos="0"/>
              </a:tabLst>
            </a:pPr>
            <a:r>
              <a:rPr b="0" lang="he-IL" sz="2800" strike="noStrike" u="none">
                <a:solidFill>
                  <a:schemeClr val="dk1"/>
                </a:solidFill>
                <a:effectLst/>
                <a:uFillTx/>
                <a:latin typeface="Calibri"/>
              </a:rPr>
              <a:t>שמורים </a:t>
            </a:r>
            <a:r>
              <a:rPr b="0" lang="en-US" sz="2800" strike="noStrike" u="none">
                <a:solidFill>
                  <a:schemeClr val="dk1"/>
                </a:solidFill>
                <a:effectLst/>
                <a:uFillTx/>
                <a:latin typeface="Calibri"/>
              </a:rPr>
              <a:t>Stack pointer, program counter</a:t>
            </a:r>
            <a:endParaRPr b="0" lang="en-US" sz="28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timing>
    <p:tnLst>
      <p:par>
        <p:cTn id="91" dur="indefinite" restart="never" nodeType="tmRoot">
          <p:childTnLst>
            <p:seq>
              <p:cTn id="92" dur="indefinite" nodeType="mainSeq">
                <p:childTnLst>
                  <p:par>
                    <p:cTn id="93" fill="hold">
                      <p:stCondLst>
                        <p:cond delay="indefinite"/>
                      </p:stCondLst>
                      <p:childTnLst>
                        <p:par>
                          <p:cTn id="94" fill="hold">
                            <p:stCondLst>
                              <p:cond delay="0"/>
                            </p:stCondLst>
                            <p:childTnLst>
                              <p:par>
                                <p:cTn id="95" nodeType="clickEffect" fill="hold" presetClass="entr" presetID="1">
                                  <p:stCondLst>
                                    <p:cond delay="0"/>
                                  </p:stCondLst>
                                  <p:childTnLst>
                                    <p:set>
                                      <p:cBhvr>
                                        <p:cTn id="96" dur="1" fill="hold">
                                          <p:stCondLst>
                                            <p:cond delay="0"/>
                                          </p:stCondLst>
                                        </p:cTn>
                                        <p:tgtEl>
                                          <p:spTgt spid="86">
                                            <p:txEl>
                                              <p:pRg st="0" end="0"/>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nodeType="clickEffect" fill="hold" presetClass="entr" presetID="1">
                                  <p:stCondLst>
                                    <p:cond delay="0"/>
                                  </p:stCondLst>
                                  <p:childTnLst>
                                    <p:set>
                                      <p:cBhvr>
                                        <p:cTn id="100" dur="1" fill="hold">
                                          <p:stCondLst>
                                            <p:cond delay="0"/>
                                          </p:stCondLst>
                                        </p:cTn>
                                        <p:tgtEl>
                                          <p:spTgt spid="86">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7" name="Picture 2" descr="threads-address-space"/>
          <p:cNvPicPr/>
          <p:nvPr/>
        </p:nvPicPr>
        <p:blipFill>
          <a:blip r:embed="rId1"/>
          <a:stretch/>
        </p:blipFill>
        <p:spPr>
          <a:xfrm>
            <a:off x="0" y="1752840"/>
            <a:ext cx="6731280" cy="4342680"/>
          </a:xfrm>
          <a:prstGeom prst="rect">
            <a:avLst/>
          </a:prstGeom>
          <a:noFill/>
          <a:ln w="0">
            <a:noFill/>
          </a:ln>
        </p:spPr>
      </p:pic>
      <p:sp>
        <p:nvSpPr>
          <p:cNvPr id="8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a:solidFill>
                  <a:schemeClr val="dk1"/>
                </a:solidFill>
                <a:effectLst/>
                <a:uFillTx/>
                <a:latin typeface="Calibri Light"/>
              </a:rPr>
              <a:t>Threads</a:t>
            </a:r>
            <a:br>
              <a:rPr sz="4400"/>
            </a:br>
            <a:endParaRPr b="0" lang="en-US" sz="4400" strike="noStrike" u="none">
              <a:solidFill>
                <a:schemeClr val="dk1"/>
              </a:solidFill>
              <a:effectLst/>
              <a:uFillTx/>
              <a:latin typeface="Calibri"/>
            </a:endParaRPr>
          </a:p>
        </p:txBody>
      </p:sp>
      <p:sp>
        <p:nvSpPr>
          <p:cNvPr id="89" name="PlaceHolder 2"/>
          <p:cNvSpPr>
            <a:spLocks noGrp="1"/>
          </p:cNvSpPr>
          <p:nvPr>
            <p:ph/>
          </p:nvPr>
        </p:nvSpPr>
        <p:spPr>
          <a:xfrm>
            <a:off x="5457240" y="1825560"/>
            <a:ext cx="5896080" cy="435096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מרחב כתובות של תהליך עם תהליכונים</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לכל תהליכון מוקצה חלק מה </a:t>
            </a:r>
            <a:r>
              <a:rPr b="0" lang="en-US" sz="2800" strike="noStrike" u="none">
                <a:solidFill>
                  <a:schemeClr val="dk1"/>
                </a:solidFill>
                <a:effectLst/>
                <a:uFillTx/>
                <a:latin typeface="Calibri"/>
              </a:rPr>
              <a:t>stack</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לכל תהליכון יש </a:t>
            </a:r>
            <a:r>
              <a:rPr b="0" lang="en-US" sz="2800" strike="noStrike" u="none">
                <a:solidFill>
                  <a:schemeClr val="dk1"/>
                </a:solidFill>
                <a:effectLst/>
                <a:uFillTx/>
                <a:latin typeface="Calibri"/>
              </a:rPr>
              <a:t>Program counter</a:t>
            </a:r>
            <a:r>
              <a:rPr b="0" lang="en-US" sz="2800" strike="noStrike" u="none">
                <a:solidFill>
                  <a:schemeClr val="dk1"/>
                </a:solidFill>
                <a:effectLst/>
                <a:uFillTx/>
                <a:latin typeface="Calibri"/>
              </a:rPr>
              <a:t> </a:t>
            </a:r>
            <a:endParaRPr b="0" lang="en-US" sz="2800" strike="noStrike" u="none">
              <a:solidFill>
                <a:schemeClr val="dk1"/>
              </a:solidFill>
              <a:effectLst/>
              <a:uFillTx/>
              <a:latin typeface="Calibri"/>
            </a:endParaRPr>
          </a:p>
          <a:p>
            <a:pPr indent="0" algn="r" defTabSz="914400" rtl="1">
              <a:lnSpc>
                <a:spcPct val="90000"/>
              </a:lnSpc>
              <a:spcBef>
                <a:spcPts val="1001"/>
              </a:spcBef>
              <a:buNone/>
              <a:tabLst>
                <a:tab algn="l" pos="0"/>
              </a:tabLst>
            </a:pPr>
            <a:r>
              <a:rPr b="0" lang="he-IL" sz="2800" strike="noStrike" u="none">
                <a:solidFill>
                  <a:schemeClr val="dk1"/>
                </a:solidFill>
                <a:effectLst/>
                <a:uFillTx/>
                <a:latin typeface="Calibri"/>
              </a:rPr>
              <a:t>משל עצמו</a:t>
            </a:r>
            <a:endParaRPr b="0" lang="en-US" sz="28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timing>
    <p:tnLst>
      <p:par>
        <p:cTn id="101" dur="indefinite" restart="never" nodeType="tmRoot">
          <p:childTnLst>
            <p:seq>
              <p:cTn id="102" dur="indefinite" nodeType="mainSeq">
                <p:childTnLst>
                  <p:par>
                    <p:cTn id="103" fill="hold">
                      <p:stCondLst>
                        <p:cond delay="indefinite"/>
                      </p:stCondLst>
                      <p:childTnLst>
                        <p:par>
                          <p:cTn id="104" fill="hold">
                            <p:stCondLst>
                              <p:cond delay="0"/>
                            </p:stCondLst>
                            <p:childTnLst>
                              <p:par>
                                <p:cTn id="105" nodeType="clickEffect" fill="hold" presetClass="entr" presetID="1">
                                  <p:stCondLst>
                                    <p:cond delay="0"/>
                                  </p:stCondLst>
                                  <p:childTnLst>
                                    <p:set>
                                      <p:cBhvr>
                                        <p:cTn id="106" dur="1" fill="hold">
                                          <p:stCondLst>
                                            <p:cond delay="0"/>
                                          </p:stCondLst>
                                        </p:cTn>
                                        <p:tgtEl>
                                          <p:spTgt spid="89">
                                            <p:txEl>
                                              <p:pRg st="0" end="0"/>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nodeType="clickEffect" fill="hold" presetClass="entr" presetID="1">
                                  <p:stCondLst>
                                    <p:cond delay="0"/>
                                  </p:stCondLst>
                                  <p:childTnLst>
                                    <p:set>
                                      <p:cBhvr>
                                        <p:cTn id="110" dur="1" fill="hold">
                                          <p:stCondLst>
                                            <p:cond delay="0"/>
                                          </p:stCondLst>
                                        </p:cTn>
                                        <p:tgtEl>
                                          <p:spTgt spid="89">
                                            <p:txEl>
                                              <p:pRg st="1" end="1"/>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nodeType="clickEffect" fill="hold" presetClass="entr" presetID="1">
                                  <p:stCondLst>
                                    <p:cond delay="0"/>
                                  </p:stCondLst>
                                  <p:childTnLst>
                                    <p:set>
                                      <p:cBhvr>
                                        <p:cTn id="114" dur="1" fill="hold">
                                          <p:stCondLst>
                                            <p:cond delay="0"/>
                                          </p:stCondLst>
                                        </p:cTn>
                                        <p:tgtEl>
                                          <p:spTgt spid="89">
                                            <p:txEl>
                                              <p:pRg st="2" end="2"/>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nodeType="clickEffect" fill="hold" presetClass="entr" presetID="1">
                                  <p:stCondLst>
                                    <p:cond delay="0"/>
                                  </p:stCondLst>
                                  <p:childTnLst>
                                    <p:set>
                                      <p:cBhvr>
                                        <p:cTn id="118" dur="1" fill="hold">
                                          <p:stCondLst>
                                            <p:cond delay="0"/>
                                          </p:stCondLst>
                                        </p:cTn>
                                        <p:tgtEl>
                                          <p:spTgt spid="89">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a:solidFill>
                  <a:schemeClr val="dk1"/>
                </a:solidFill>
                <a:effectLst/>
                <a:uFillTx/>
                <a:latin typeface="Calibri Light"/>
              </a:rPr>
              <a:t>Threads</a:t>
            </a:r>
            <a:br>
              <a:rPr sz="4400"/>
            </a:br>
            <a:endParaRPr b="0" lang="en-US" sz="4400" strike="noStrike" u="none">
              <a:solidFill>
                <a:schemeClr val="dk1"/>
              </a:solidFill>
              <a:effectLst/>
              <a:uFillTx/>
              <a:latin typeface="Calibri"/>
            </a:endParaRPr>
          </a:p>
        </p:txBody>
      </p:sp>
      <p:sp>
        <p:nvSpPr>
          <p:cNvPr id="91"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000000"/>
              </a:buClr>
              <a:buFont typeface="Arial"/>
              <a:buChar char="•"/>
            </a:pPr>
            <a:r>
              <a:rPr b="0" lang="en-US" sz="2800" strike="noStrike" u="none">
                <a:solidFill>
                  <a:schemeClr val="dk1"/>
                </a:solidFill>
                <a:effectLst/>
                <a:uFillTx/>
                <a:latin typeface="Calibri"/>
              </a:rPr>
              <a:t>Thread control block</a:t>
            </a:r>
            <a:r>
              <a:rPr b="0" lang="en-US" sz="2800" strike="noStrike" u="none">
                <a:solidFill>
                  <a:schemeClr val="dk1"/>
                </a:solidFill>
                <a:effectLst/>
                <a:uFillTx/>
                <a:latin typeface="Calibri"/>
              </a:rPr>
              <a:t> – קטן משמעותית </a:t>
            </a:r>
            <a:endParaRPr b="0" lang="en-US" sz="2800" strike="noStrike" u="none">
              <a:solidFill>
                <a:schemeClr val="dk1"/>
              </a:solidFill>
              <a:effectLst/>
              <a:uFillTx/>
              <a:latin typeface="Calibri"/>
            </a:endParaRPr>
          </a:p>
          <a:p>
            <a:pPr indent="0" algn="r" defTabSz="914400" rtl="1">
              <a:lnSpc>
                <a:spcPct val="90000"/>
              </a:lnSpc>
              <a:spcBef>
                <a:spcPts val="1001"/>
              </a:spcBef>
              <a:buNone/>
              <a:tabLst>
                <a:tab algn="l" pos="0"/>
              </a:tabLst>
            </a:pPr>
            <a:r>
              <a:rPr b="0" lang="he-IL" sz="2800" strike="noStrike" u="none">
                <a:solidFill>
                  <a:schemeClr val="dk1"/>
                </a:solidFill>
                <a:effectLst/>
                <a:uFillTx/>
                <a:latin typeface="Calibri"/>
              </a:rPr>
              <a:t>מ </a:t>
            </a:r>
            <a:r>
              <a:rPr b="0" lang="en-US" sz="2800" strike="noStrike" u="none">
                <a:solidFill>
                  <a:schemeClr val="dk1"/>
                </a:solidFill>
                <a:effectLst/>
                <a:uFillTx/>
                <a:latin typeface="Calibri"/>
              </a:rPr>
              <a:t>PCB</a:t>
            </a:r>
            <a:r>
              <a:rPr b="0" lang="en-US" sz="2800" strike="noStrike" u="none">
                <a:solidFill>
                  <a:schemeClr val="dk1"/>
                </a:solidFill>
                <a:effectLst/>
                <a:uFillTx/>
                <a:latin typeface="Calibri"/>
              </a:rPr>
              <a:t>. החלפת </a:t>
            </a:r>
            <a:r>
              <a:rPr b="0" lang="en-US" sz="2800" strike="noStrike" u="none">
                <a:solidFill>
                  <a:schemeClr val="dk1"/>
                </a:solidFill>
                <a:effectLst/>
                <a:uFillTx/>
                <a:latin typeface="Calibri"/>
              </a:rPr>
              <a:t>threads</a:t>
            </a:r>
            <a:r>
              <a:rPr b="0" lang="en-US" sz="2800" strike="noStrike" u="none">
                <a:solidFill>
                  <a:schemeClr val="dk1"/>
                </a:solidFill>
                <a:effectLst/>
                <a:uFillTx/>
                <a:latin typeface="Calibri"/>
              </a:rPr>
              <a:t> בעזרת </a:t>
            </a:r>
            <a:endParaRPr b="0" lang="en-US" sz="2800" strike="noStrike" u="none">
              <a:solidFill>
                <a:schemeClr val="dk1"/>
              </a:solidFill>
              <a:effectLst/>
              <a:uFillTx/>
              <a:latin typeface="Calibri"/>
            </a:endParaRPr>
          </a:p>
          <a:p>
            <a:pPr indent="0" algn="r" defTabSz="914400" rtl="1">
              <a:lnSpc>
                <a:spcPct val="90000"/>
              </a:lnSpc>
              <a:spcBef>
                <a:spcPts val="1001"/>
              </a:spcBef>
              <a:buNone/>
              <a:tabLst>
                <a:tab algn="l" pos="0"/>
              </a:tabLst>
            </a:pPr>
            <a:r>
              <a:rPr b="0" lang="en-US" sz="2800" strike="noStrike" u="none">
                <a:solidFill>
                  <a:schemeClr val="dk1"/>
                </a:solidFill>
                <a:effectLst/>
                <a:uFillTx/>
                <a:latin typeface="Calibri"/>
              </a:rPr>
              <a:t>Context switch</a:t>
            </a:r>
            <a:r>
              <a:rPr b="0" lang="en-US" sz="2800" strike="noStrike" u="none">
                <a:solidFill>
                  <a:schemeClr val="dk1"/>
                </a:solidFill>
                <a:effectLst/>
                <a:uFillTx/>
                <a:latin typeface="Calibri"/>
              </a:rPr>
              <a:t> לוקחת פחות זמן</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tabLst>
                <a:tab algn="l" pos="0"/>
              </a:tabLst>
            </a:pPr>
            <a:r>
              <a:rPr b="0" lang="en-US" sz="2800" strike="noStrike" u="none">
                <a:solidFill>
                  <a:schemeClr val="dk1"/>
                </a:solidFill>
                <a:effectLst/>
                <a:uFillTx/>
                <a:latin typeface="Calibri"/>
              </a:rPr>
              <a:t>Linux TCB – 24 fields</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tabLst>
                <a:tab algn="l" pos="0"/>
              </a:tabLst>
            </a:pPr>
            <a:r>
              <a:rPr b="0" lang="en-US" sz="2800" strike="noStrike" u="none">
                <a:solidFill>
                  <a:schemeClr val="dk1"/>
                </a:solidFill>
                <a:effectLst/>
                <a:uFillTx/>
                <a:latin typeface="Calibri"/>
              </a:rPr>
              <a:t>Linux PCB – 106 fields</a:t>
            </a:r>
            <a:endParaRPr b="0" lang="en-US" sz="2800" strike="noStrike" u="none">
              <a:solidFill>
                <a:schemeClr val="dk1"/>
              </a:solidFill>
              <a:effectLst/>
              <a:uFillTx/>
              <a:latin typeface="Calibri"/>
            </a:endParaRPr>
          </a:p>
        </p:txBody>
      </p:sp>
      <p:pic>
        <p:nvPicPr>
          <p:cNvPr id="92" name="Picture 2" descr=""/>
          <p:cNvPicPr/>
          <p:nvPr/>
        </p:nvPicPr>
        <p:blipFill>
          <a:blip r:embed="rId1"/>
          <a:stretch/>
        </p:blipFill>
        <p:spPr>
          <a:xfrm>
            <a:off x="351000" y="2003760"/>
            <a:ext cx="5128920" cy="4048560"/>
          </a:xfrm>
          <a:prstGeom prst="rect">
            <a:avLst/>
          </a:prstGeom>
          <a:noFill/>
          <a:ln w="0">
            <a:noFill/>
          </a:ln>
        </p:spPr>
      </p:pic>
    </p:spTree>
  </p:cSld>
  <mc:AlternateContent>
    <mc:Choice Requires="p14">
      <p:transition spd="slow" p14:dur="2000"/>
    </mc:Choice>
    <mc:Fallback>
      <p:transition spd="slow"/>
    </mc:Fallback>
  </mc:AlternateContent>
  <p:timing>
    <p:tnLst>
      <p:par>
        <p:cTn id="119" dur="indefinite" restart="never" nodeType="tmRoot">
          <p:childTnLst>
            <p:seq>
              <p:cTn id="120" dur="indefinite" nodeType="mainSeq">
                <p:childTnLst>
                  <p:par>
                    <p:cTn id="121" fill="hold">
                      <p:stCondLst>
                        <p:cond delay="indefinite"/>
                      </p:stCondLst>
                      <p:childTnLst>
                        <p:par>
                          <p:cTn id="122" fill="hold">
                            <p:stCondLst>
                              <p:cond delay="0"/>
                            </p:stCondLst>
                            <p:childTnLst>
                              <p:par>
                                <p:cTn id="123" nodeType="clickEffect" fill="hold" presetClass="entr" presetID="1">
                                  <p:stCondLst>
                                    <p:cond delay="0"/>
                                  </p:stCondLst>
                                  <p:childTnLst>
                                    <p:set>
                                      <p:cBhvr>
                                        <p:cTn id="124" dur="1" fill="hold">
                                          <p:stCondLst>
                                            <p:cond delay="0"/>
                                          </p:stCondLst>
                                        </p:cTn>
                                        <p:tgtEl>
                                          <p:spTgt spid="91">
                                            <p:txEl>
                                              <p:pRg st="0" end="0"/>
                                            </p:txEl>
                                          </p:spTgt>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nodeType="clickEffect" fill="hold" presetClass="entr" presetID="1">
                                  <p:stCondLst>
                                    <p:cond delay="0"/>
                                  </p:stCondLst>
                                  <p:childTnLst>
                                    <p:set>
                                      <p:cBhvr>
                                        <p:cTn id="128" dur="1" fill="hold">
                                          <p:stCondLst>
                                            <p:cond delay="0"/>
                                          </p:stCondLst>
                                        </p:cTn>
                                        <p:tgtEl>
                                          <p:spTgt spid="91">
                                            <p:txEl>
                                              <p:pRg st="1" end="1"/>
                                            </p:txEl>
                                          </p:spTgt>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nodeType="clickEffect" fill="hold" presetClass="entr" presetID="1">
                                  <p:stCondLst>
                                    <p:cond delay="0"/>
                                  </p:stCondLst>
                                  <p:childTnLst>
                                    <p:set>
                                      <p:cBhvr>
                                        <p:cTn id="132" dur="1" fill="hold">
                                          <p:stCondLst>
                                            <p:cond delay="0"/>
                                          </p:stCondLst>
                                        </p:cTn>
                                        <p:tgtEl>
                                          <p:spTgt spid="91">
                                            <p:txEl>
                                              <p:pRg st="2" end="2"/>
                                            </p:txEl>
                                          </p:spTgt>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nodeType="clickEffect" fill="hold" presetClass="entr" presetID="1">
                                  <p:stCondLst>
                                    <p:cond delay="0"/>
                                  </p:stCondLst>
                                  <p:childTnLst>
                                    <p:set>
                                      <p:cBhvr>
                                        <p:cTn id="136" dur="1" fill="hold">
                                          <p:stCondLst>
                                            <p:cond delay="0"/>
                                          </p:stCondLst>
                                        </p:cTn>
                                        <p:tgtEl>
                                          <p:spTgt spid="91">
                                            <p:txEl>
                                              <p:pRg st="3" end="3"/>
                                            </p:txEl>
                                          </p:spTgt>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nodeType="clickEffect" fill="hold" presetClass="entr" presetID="1">
                                  <p:stCondLst>
                                    <p:cond delay="0"/>
                                  </p:stCondLst>
                                  <p:childTnLst>
                                    <p:set>
                                      <p:cBhvr>
                                        <p:cTn id="140" dur="1" fill="hold">
                                          <p:stCondLst>
                                            <p:cond delay="0"/>
                                          </p:stCondLst>
                                        </p:cTn>
                                        <p:tgtEl>
                                          <p:spTgt spid="91">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a:solidFill>
                  <a:schemeClr val="dk1"/>
                </a:solidFill>
                <a:effectLst/>
                <a:uFillTx/>
                <a:latin typeface="Calibri Light"/>
              </a:rPr>
              <a:t>Threads</a:t>
            </a:r>
            <a:endParaRPr b="0" lang="en-US" sz="4400" strike="noStrike" u="none">
              <a:solidFill>
                <a:schemeClr val="dk1"/>
              </a:solidFill>
              <a:effectLst/>
              <a:uFillTx/>
              <a:latin typeface="Calibri"/>
            </a:endParaRPr>
          </a:p>
        </p:txBody>
      </p:sp>
      <p:sp>
        <p:nvSpPr>
          <p:cNvPr id="94"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מבחינים בין שני סוגי תהליכונים</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en-US" sz="2800" strike="noStrike" u="none">
                <a:solidFill>
                  <a:schemeClr val="dk1"/>
                </a:solidFill>
                <a:effectLst/>
                <a:uFillTx/>
                <a:latin typeface="Calibri"/>
              </a:rPr>
              <a:t>User Threads</a:t>
            </a:r>
            <a:r>
              <a:rPr b="0" lang="en-US" sz="2800" strike="noStrike" u="none">
                <a:solidFill>
                  <a:schemeClr val="dk1"/>
                </a:solidFill>
                <a:effectLst/>
                <a:uFillTx/>
                <a:latin typeface="Calibri"/>
              </a:rPr>
              <a:t> – תהליכים ברמת המשתמש – ניהול התהליכונים נעשה ע"י המשתמש</a:t>
            </a:r>
            <a:endParaRPr b="0" lang="en-US" sz="28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he-IL" sz="2400" strike="noStrike" u="none">
                <a:solidFill>
                  <a:schemeClr val="dk1"/>
                </a:solidFill>
                <a:effectLst/>
                <a:uFillTx/>
                <a:latin typeface="Calibri"/>
              </a:rPr>
              <a:t>מוגדרים ע"י המתכנת</a:t>
            </a:r>
            <a:endParaRPr b="0" lang="en-US" sz="24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he-IL" sz="2400" strike="noStrike" u="none">
                <a:solidFill>
                  <a:schemeClr val="dk1"/>
                </a:solidFill>
                <a:effectLst/>
                <a:uFillTx/>
                <a:latin typeface="Calibri"/>
              </a:rPr>
              <a:t>לא דורשים שימוש בקריאות מערכת</a:t>
            </a:r>
            <a:endParaRPr b="0" lang="en-US" sz="24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he-IL" sz="2400" strike="noStrike" u="none">
                <a:solidFill>
                  <a:schemeClr val="dk1"/>
                </a:solidFill>
                <a:effectLst/>
                <a:uFillTx/>
                <a:latin typeface="Calibri"/>
              </a:rPr>
              <a:t>כאשר חוט אחד נחסם בגלל קלט/פלט – כל התהליך נחסם</a:t>
            </a:r>
            <a:endParaRPr b="0" lang="en-US" sz="24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en-US" sz="2800" strike="noStrike" u="none">
                <a:solidFill>
                  <a:schemeClr val="dk1"/>
                </a:solidFill>
                <a:effectLst/>
                <a:uFillTx/>
                <a:latin typeface="Calibri"/>
              </a:rPr>
              <a:t>Kernel Threads</a:t>
            </a:r>
            <a:r>
              <a:rPr b="0" lang="en-US" sz="2800" strike="noStrike" u="none">
                <a:solidFill>
                  <a:schemeClr val="dk1"/>
                </a:solidFill>
                <a:effectLst/>
                <a:uFillTx/>
                <a:latin typeface="Calibri"/>
              </a:rPr>
              <a:t> – תהליכונים נתמכים ע"י מערכת ההפעלה</a:t>
            </a:r>
            <a:endParaRPr b="0" lang="en-US" sz="28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he-IL" sz="2400" strike="noStrike" u="none">
                <a:solidFill>
                  <a:schemeClr val="dk1"/>
                </a:solidFill>
                <a:effectLst/>
                <a:uFillTx/>
                <a:latin typeface="Calibri"/>
              </a:rPr>
              <a:t>מערכת ההפעלה מכירה את התהליכונים </a:t>
            </a:r>
            <a:endParaRPr b="0" lang="en-US" sz="24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he-IL" sz="2400" strike="noStrike" u="none">
                <a:solidFill>
                  <a:schemeClr val="dk1"/>
                </a:solidFill>
                <a:effectLst/>
                <a:uFillTx/>
                <a:latin typeface="Calibri"/>
              </a:rPr>
              <a:t>כאשר חוט אחד נחסם, שאר החוטים ממשיכים לעבוד</a:t>
            </a:r>
            <a:endParaRPr b="0" lang="en-US" sz="24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he-IL" sz="2400" strike="noStrike" u="none">
                <a:solidFill>
                  <a:schemeClr val="dk1"/>
                </a:solidFill>
                <a:effectLst/>
                <a:uFillTx/>
                <a:latin typeface="Calibri"/>
              </a:rPr>
              <a:t>עובדים יותר לאט מאשר תהליכוני משתמש</a:t>
            </a:r>
            <a:endParaRPr b="0" lang="en-US" sz="2400" strike="noStrike" u="none">
              <a:solidFill>
                <a:schemeClr val="dk1"/>
              </a:solidFill>
              <a:effectLst/>
              <a:uFillTx/>
              <a:latin typeface="Calibri"/>
            </a:endParaRPr>
          </a:p>
          <a:p>
            <a:pPr indent="0" algn="r" defTabSz="914400" rtl="1">
              <a:lnSpc>
                <a:spcPct val="90000"/>
              </a:lnSpc>
              <a:spcBef>
                <a:spcPts val="1001"/>
              </a:spcBef>
              <a:buNone/>
            </a:pPr>
            <a:endParaRPr b="0" lang="en-US" sz="28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a:solidFill>
                  <a:schemeClr val="dk1"/>
                </a:solidFill>
                <a:effectLst/>
                <a:uFillTx/>
                <a:latin typeface="Calibri Light"/>
              </a:rPr>
              <a:t>Threads</a:t>
            </a:r>
            <a:br>
              <a:rPr sz="4400"/>
            </a:br>
            <a:r>
              <a:rPr b="0" lang="he-IL" sz="2800" strike="noStrike" u="none">
                <a:solidFill>
                  <a:schemeClr val="dk1"/>
                </a:solidFill>
                <a:effectLst/>
                <a:uFillTx/>
                <a:latin typeface="Calibri Light"/>
              </a:rPr>
              <a:t>מודלים</a:t>
            </a:r>
            <a:endParaRPr b="0" lang="en-US" sz="2800" strike="noStrike" u="none">
              <a:solidFill>
                <a:schemeClr val="dk1"/>
              </a:solidFill>
              <a:effectLst/>
              <a:uFillTx/>
              <a:latin typeface="Calibri"/>
            </a:endParaRPr>
          </a:p>
        </p:txBody>
      </p:sp>
      <p:sp>
        <p:nvSpPr>
          <p:cNvPr id="96"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ישנם שלושה מודלים שונים בהתייחסות לתהליכונים</a:t>
            </a:r>
            <a:endParaRPr b="0" lang="en-US" sz="28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en-US" sz="2400" strike="noStrike" u="none">
                <a:solidFill>
                  <a:schemeClr val="dk1"/>
                </a:solidFill>
                <a:effectLst/>
                <a:uFillTx/>
                <a:latin typeface="Calibri"/>
              </a:rPr>
              <a:t>Many to one</a:t>
            </a:r>
            <a:endParaRPr b="0" lang="en-US" sz="24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en-US" sz="2400" strike="noStrike" u="none">
                <a:solidFill>
                  <a:schemeClr val="dk1"/>
                </a:solidFill>
                <a:effectLst/>
                <a:uFillTx/>
                <a:latin typeface="Calibri"/>
              </a:rPr>
              <a:t>One to one</a:t>
            </a:r>
            <a:endParaRPr b="0" lang="en-US" sz="24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en-US" sz="2400" strike="noStrike" u="none">
                <a:solidFill>
                  <a:schemeClr val="dk1"/>
                </a:solidFill>
                <a:effectLst/>
                <a:uFillTx/>
                <a:latin typeface="Calibri"/>
              </a:rPr>
              <a:t>Many to many</a:t>
            </a:r>
            <a:endParaRPr b="0" lang="en-US" sz="2400" strike="noStrike" u="none">
              <a:solidFill>
                <a:schemeClr val="dk1"/>
              </a:solidFill>
              <a:effectLst/>
              <a:uFillTx/>
              <a:latin typeface="Calibri"/>
            </a:endParaRPr>
          </a:p>
          <a:p>
            <a:pPr indent="0" algn="r" defTabSz="914400" rtl="1">
              <a:lnSpc>
                <a:spcPct val="90000"/>
              </a:lnSpc>
              <a:spcBef>
                <a:spcPts val="1001"/>
              </a:spcBef>
              <a:buNone/>
            </a:pPr>
            <a:endParaRPr b="0" lang="en-US" sz="2800" strike="noStrike" u="none">
              <a:solidFill>
                <a:schemeClr val="dk1"/>
              </a:solidFill>
              <a:effectLst/>
              <a:uFillTx/>
              <a:latin typeface="Calibri"/>
            </a:endParaRPr>
          </a:p>
          <a:p>
            <a:pPr indent="0" algn="r" defTabSz="914400" rtl="1">
              <a:lnSpc>
                <a:spcPct val="90000"/>
              </a:lnSpc>
              <a:spcBef>
                <a:spcPts val="1001"/>
              </a:spcBef>
              <a:buNone/>
            </a:pPr>
            <a:endParaRPr b="0" lang="en-US" sz="28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a:solidFill>
                  <a:schemeClr val="dk1"/>
                </a:solidFill>
                <a:effectLst/>
                <a:uFillTx/>
                <a:latin typeface="Calibri Light"/>
              </a:rPr>
              <a:t>Threads</a:t>
            </a:r>
            <a:br>
              <a:rPr sz="4400"/>
            </a:br>
            <a:r>
              <a:rPr b="0" lang="he-IL" sz="2800" strike="noStrike" u="none">
                <a:solidFill>
                  <a:schemeClr val="dk1"/>
                </a:solidFill>
                <a:effectLst/>
                <a:uFillTx/>
                <a:latin typeface="Calibri Light"/>
              </a:rPr>
              <a:t>מודלים</a:t>
            </a:r>
            <a:endParaRPr b="0" lang="en-US" sz="2800" strike="noStrike" u="none">
              <a:solidFill>
                <a:schemeClr val="dk1"/>
              </a:solidFill>
              <a:effectLst/>
              <a:uFillTx/>
              <a:latin typeface="Calibri"/>
            </a:endParaRPr>
          </a:p>
        </p:txBody>
      </p:sp>
      <p:sp>
        <p:nvSpPr>
          <p:cNvPr id="98" name="PlaceHolder 2"/>
          <p:cNvSpPr>
            <a:spLocks noGrp="1"/>
          </p:cNvSpPr>
          <p:nvPr>
            <p:ph/>
          </p:nvPr>
        </p:nvSpPr>
        <p:spPr>
          <a:xfrm>
            <a:off x="4023360" y="1825560"/>
            <a:ext cx="7329960" cy="435096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000000"/>
              </a:buClr>
              <a:buFont typeface="Arial"/>
              <a:buChar char="•"/>
            </a:pPr>
            <a:r>
              <a:rPr b="0" lang="en-US" sz="2800" strike="noStrike" u="none">
                <a:solidFill>
                  <a:schemeClr val="dk1"/>
                </a:solidFill>
                <a:effectLst/>
                <a:uFillTx/>
                <a:latin typeface="Calibri"/>
              </a:rPr>
              <a:t>Many to One</a:t>
            </a:r>
            <a:r>
              <a:rPr b="0" lang="en-US" sz="2800" strike="noStrike" u="none">
                <a:solidFill>
                  <a:schemeClr val="dk1"/>
                </a:solidFill>
                <a:effectLst/>
                <a:uFillTx/>
                <a:latin typeface="Calibri"/>
              </a:rPr>
              <a:t> - הרבה תהליכוני משתמש ממופים לתהליכון ליבה אחד</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מאפשר למשתמש ליצור הרבה תהליכונים, כל עוד יכולים לרוץ בו זמנית</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כל פעילות התהליכונים מוגבלת למרחב המשתמש</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רק תהליכון אחד יכול לגשת לליבה של מערכת ההפעלה – לא ניתן להריץ תהליכונים במקביל</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חסימת תהליכון אחד תחסום את כל התהליכונים</a:t>
            </a:r>
            <a:endParaRPr b="0" lang="en-US" sz="2800" strike="noStrike" u="none">
              <a:solidFill>
                <a:schemeClr val="dk1"/>
              </a:solidFill>
              <a:effectLst/>
              <a:uFillTx/>
              <a:latin typeface="Calibri"/>
            </a:endParaRPr>
          </a:p>
          <a:p>
            <a:pPr indent="0" algn="r" defTabSz="914400" rtl="1">
              <a:lnSpc>
                <a:spcPct val="90000"/>
              </a:lnSpc>
              <a:spcBef>
                <a:spcPts val="1001"/>
              </a:spcBef>
              <a:buNone/>
            </a:pPr>
            <a:endParaRPr b="0" lang="en-US" sz="2800" strike="noStrike" u="none">
              <a:solidFill>
                <a:schemeClr val="dk1"/>
              </a:solidFill>
              <a:effectLst/>
              <a:uFillTx/>
              <a:latin typeface="Calibri"/>
            </a:endParaRPr>
          </a:p>
          <a:p>
            <a:pPr indent="0" algn="r" defTabSz="914400" rtl="1">
              <a:lnSpc>
                <a:spcPct val="90000"/>
              </a:lnSpc>
              <a:spcBef>
                <a:spcPts val="1001"/>
              </a:spcBef>
              <a:buNone/>
            </a:pPr>
            <a:endParaRPr b="0" lang="en-US" sz="2800" strike="noStrike" u="none">
              <a:solidFill>
                <a:schemeClr val="dk1"/>
              </a:solidFill>
              <a:effectLst/>
              <a:uFillTx/>
              <a:latin typeface="Calibri"/>
            </a:endParaRPr>
          </a:p>
          <a:p>
            <a:pPr indent="0" algn="r" defTabSz="914400" rtl="1">
              <a:lnSpc>
                <a:spcPct val="90000"/>
              </a:lnSpc>
              <a:spcBef>
                <a:spcPts val="1001"/>
              </a:spcBef>
              <a:buNone/>
            </a:pPr>
            <a:endParaRPr b="0" lang="en-US" sz="2800" strike="noStrike" u="none">
              <a:solidFill>
                <a:schemeClr val="dk1"/>
              </a:solidFill>
              <a:effectLst/>
              <a:uFillTx/>
              <a:latin typeface="Calibri"/>
            </a:endParaRPr>
          </a:p>
        </p:txBody>
      </p:sp>
      <p:pic>
        <p:nvPicPr>
          <p:cNvPr id="99" name="Picture 2" descr="Graphic"/>
          <p:cNvPicPr/>
          <p:nvPr/>
        </p:nvPicPr>
        <p:blipFill>
          <a:blip r:embed="rId1"/>
          <a:stretch/>
        </p:blipFill>
        <p:spPr>
          <a:xfrm>
            <a:off x="0" y="1413720"/>
            <a:ext cx="4023000" cy="517464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a:solidFill>
                  <a:schemeClr val="dk1"/>
                </a:solidFill>
                <a:effectLst/>
                <a:uFillTx/>
                <a:latin typeface="Calibri Light"/>
              </a:rPr>
              <a:t>Threads</a:t>
            </a:r>
            <a:br>
              <a:rPr sz="4400"/>
            </a:br>
            <a:r>
              <a:rPr b="0" lang="he-IL" sz="2800" strike="noStrike" u="none">
                <a:solidFill>
                  <a:schemeClr val="dk1"/>
                </a:solidFill>
                <a:effectLst/>
                <a:uFillTx/>
                <a:latin typeface="Calibri Light"/>
              </a:rPr>
              <a:t>מודלים</a:t>
            </a:r>
            <a:endParaRPr b="0" lang="en-US" sz="2800" strike="noStrike" u="none">
              <a:solidFill>
                <a:schemeClr val="dk1"/>
              </a:solidFill>
              <a:effectLst/>
              <a:uFillTx/>
              <a:latin typeface="Calibri"/>
            </a:endParaRPr>
          </a:p>
        </p:txBody>
      </p:sp>
      <p:sp>
        <p:nvSpPr>
          <p:cNvPr id="101" name="PlaceHolder 2"/>
          <p:cNvSpPr>
            <a:spLocks noGrp="1"/>
          </p:cNvSpPr>
          <p:nvPr>
            <p:ph/>
          </p:nvPr>
        </p:nvSpPr>
        <p:spPr>
          <a:xfrm>
            <a:off x="5086440" y="1825560"/>
            <a:ext cx="6267240" cy="435096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000000"/>
              </a:buClr>
              <a:buFont typeface="Arial"/>
              <a:buChar char="•"/>
            </a:pPr>
            <a:r>
              <a:rPr b="0" lang="en-US" sz="2800" strike="noStrike" u="none">
                <a:solidFill>
                  <a:schemeClr val="dk1"/>
                </a:solidFill>
                <a:effectLst/>
                <a:uFillTx/>
                <a:latin typeface="Calibri"/>
              </a:rPr>
              <a:t>One to One</a:t>
            </a:r>
            <a:r>
              <a:rPr b="0" lang="en-US" sz="2800" strike="noStrike" u="none">
                <a:solidFill>
                  <a:schemeClr val="dk1"/>
                </a:solidFill>
                <a:effectLst/>
                <a:uFillTx/>
                <a:latin typeface="Calibri"/>
              </a:rPr>
              <a:t> – כל תהליכון משתמש ממופה לתהליכון ליבה</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מגביל את מספר התהליכים למשתמש</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כל התהליכונים יכולים להיכנס לליבה ביחד</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ריבוי התהליכונים מכביד על התהליך</a:t>
            </a:r>
            <a:endParaRPr b="0" lang="en-US" sz="2800" strike="noStrike" u="none">
              <a:solidFill>
                <a:schemeClr val="dk1"/>
              </a:solidFill>
              <a:effectLst/>
              <a:uFillTx/>
              <a:latin typeface="Calibri"/>
            </a:endParaRPr>
          </a:p>
          <a:p>
            <a:pPr indent="0" algn="r" defTabSz="914400" rtl="1">
              <a:lnSpc>
                <a:spcPct val="90000"/>
              </a:lnSpc>
              <a:spcBef>
                <a:spcPts val="1001"/>
              </a:spcBef>
              <a:buNone/>
            </a:pPr>
            <a:endParaRPr b="0" lang="en-US" sz="2800" strike="noStrike" u="none">
              <a:solidFill>
                <a:schemeClr val="dk1"/>
              </a:solidFill>
              <a:effectLst/>
              <a:uFillTx/>
              <a:latin typeface="Calibri"/>
            </a:endParaRPr>
          </a:p>
          <a:p>
            <a:pPr indent="0" algn="r" defTabSz="914400" rtl="1">
              <a:lnSpc>
                <a:spcPct val="90000"/>
              </a:lnSpc>
              <a:spcBef>
                <a:spcPts val="1001"/>
              </a:spcBef>
              <a:buNone/>
            </a:pPr>
            <a:endParaRPr b="0" lang="en-US" sz="2800" strike="noStrike" u="none">
              <a:solidFill>
                <a:schemeClr val="dk1"/>
              </a:solidFill>
              <a:effectLst/>
              <a:uFillTx/>
              <a:latin typeface="Calibri"/>
            </a:endParaRPr>
          </a:p>
          <a:p>
            <a:pPr indent="0" algn="r" defTabSz="914400" rtl="1">
              <a:lnSpc>
                <a:spcPct val="90000"/>
              </a:lnSpc>
              <a:spcBef>
                <a:spcPts val="1001"/>
              </a:spcBef>
              <a:buNone/>
            </a:pPr>
            <a:endParaRPr b="0" lang="en-US" sz="2800" strike="noStrike" u="none">
              <a:solidFill>
                <a:schemeClr val="dk1"/>
              </a:solidFill>
              <a:effectLst/>
              <a:uFillTx/>
              <a:latin typeface="Calibri"/>
            </a:endParaRPr>
          </a:p>
        </p:txBody>
      </p:sp>
      <p:pic>
        <p:nvPicPr>
          <p:cNvPr id="102" name="Picture 2" descr="Graphic"/>
          <p:cNvPicPr/>
          <p:nvPr/>
        </p:nvPicPr>
        <p:blipFill>
          <a:blip r:embed="rId1"/>
          <a:stretch/>
        </p:blipFill>
        <p:spPr>
          <a:xfrm>
            <a:off x="0" y="517320"/>
            <a:ext cx="3727440" cy="603108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3" name="Picture 2" descr="Graphic"/>
          <p:cNvPicPr/>
          <p:nvPr/>
        </p:nvPicPr>
        <p:blipFill>
          <a:blip r:embed="rId1"/>
          <a:stretch/>
        </p:blipFill>
        <p:spPr>
          <a:xfrm>
            <a:off x="0" y="1825560"/>
            <a:ext cx="4015440" cy="4350960"/>
          </a:xfrm>
          <a:prstGeom prst="rect">
            <a:avLst/>
          </a:prstGeom>
          <a:noFill/>
          <a:ln w="0">
            <a:noFill/>
          </a:ln>
        </p:spPr>
      </p:pic>
      <p:sp>
        <p:nvSpPr>
          <p:cNvPr id="10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a:solidFill>
                  <a:schemeClr val="dk1"/>
                </a:solidFill>
                <a:effectLst/>
                <a:uFillTx/>
                <a:latin typeface="Calibri Light"/>
              </a:rPr>
              <a:t>Threads</a:t>
            </a:r>
            <a:endParaRPr b="0" lang="en-US" sz="4400" strike="noStrike" u="none">
              <a:solidFill>
                <a:schemeClr val="dk1"/>
              </a:solidFill>
              <a:effectLst/>
              <a:uFillTx/>
              <a:latin typeface="Calibri"/>
            </a:endParaRPr>
          </a:p>
        </p:txBody>
      </p:sp>
      <p:sp>
        <p:nvSpPr>
          <p:cNvPr id="105" name="PlaceHolder 2"/>
          <p:cNvSpPr>
            <a:spLocks noGrp="1"/>
          </p:cNvSpPr>
          <p:nvPr>
            <p:ph/>
          </p:nvPr>
        </p:nvSpPr>
        <p:spPr>
          <a:xfrm>
            <a:off x="3418560" y="1825560"/>
            <a:ext cx="7935120" cy="435096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000000"/>
              </a:buClr>
              <a:buFont typeface="Arial"/>
              <a:buChar char="•"/>
            </a:pPr>
            <a:r>
              <a:rPr b="0" lang="en-US" sz="2800" strike="noStrike" u="none">
                <a:solidFill>
                  <a:schemeClr val="dk1"/>
                </a:solidFill>
                <a:effectLst/>
                <a:uFillTx/>
                <a:latin typeface="Calibri"/>
              </a:rPr>
              <a:t>Many to Many</a:t>
            </a:r>
            <a:r>
              <a:rPr b="0" lang="en-US" sz="2800" strike="noStrike" u="none">
                <a:solidFill>
                  <a:schemeClr val="dk1"/>
                </a:solidFill>
                <a:effectLst/>
                <a:uFillTx/>
                <a:latin typeface="Calibri"/>
              </a:rPr>
              <a:t> – ממפה מספר תהליכוני משתמש למספר תהליכוני ליבה</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מאפשר למערכת ההפעלה ליצור כמות יעילה מספיק של תהליכוני ליבה</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קיים במערכת </a:t>
            </a:r>
            <a:r>
              <a:rPr b="0" lang="en-US" sz="2800" strike="noStrike" u="none">
                <a:solidFill>
                  <a:schemeClr val="dk1"/>
                </a:solidFill>
                <a:effectLst/>
                <a:uFillTx/>
                <a:latin typeface="Calibri"/>
              </a:rPr>
              <a:t>Solaris</a:t>
            </a:r>
            <a:r>
              <a:rPr b="0" lang="en-US" sz="2800" strike="noStrike" u="none">
                <a:solidFill>
                  <a:schemeClr val="dk1"/>
                </a:solidFill>
                <a:effectLst/>
                <a:uFillTx/>
                <a:latin typeface="Calibri"/>
              </a:rPr>
              <a:t> החל מגירסה </a:t>
            </a:r>
            <a:r>
              <a:rPr b="0" lang="en-US" sz="2800" strike="noStrike" u="none">
                <a:solidFill>
                  <a:schemeClr val="dk1"/>
                </a:solidFill>
                <a:effectLst/>
                <a:uFillTx/>
                <a:latin typeface="Calibri"/>
              </a:rPr>
              <a:t>9</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גמיש יותר לעומת </a:t>
            </a:r>
            <a:r>
              <a:rPr b="0" lang="en-US" sz="2800" strike="noStrike" u="none">
                <a:solidFill>
                  <a:schemeClr val="dk1"/>
                </a:solidFill>
                <a:effectLst/>
                <a:uFillTx/>
                <a:latin typeface="Calibri"/>
              </a:rPr>
              <a:t>Many to one</a:t>
            </a:r>
            <a:r>
              <a:rPr b="0" lang="en-US" sz="2800" strike="noStrike" u="none">
                <a:solidFill>
                  <a:schemeClr val="dk1"/>
                </a:solidFill>
                <a:effectLst/>
                <a:uFillTx/>
                <a:latin typeface="Calibri"/>
              </a:rPr>
              <a:t>, אפשר למפות        כמה תהליכוני משתמש לתהליך ליבה אחד</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המשתמש יכול ליצור כמות גדולה של תהליכונים בלי לגרום הכבדה על התהליך</a:t>
            </a:r>
            <a:endParaRPr b="0" lang="en-US" sz="2800" strike="noStrike" u="none">
              <a:solidFill>
                <a:schemeClr val="dk1"/>
              </a:solidFill>
              <a:effectLst/>
              <a:uFillTx/>
              <a:latin typeface="Calibri"/>
            </a:endParaRPr>
          </a:p>
          <a:p>
            <a:pPr indent="0" algn="r" defTabSz="914400" rtl="1">
              <a:lnSpc>
                <a:spcPct val="90000"/>
              </a:lnSpc>
              <a:spcBef>
                <a:spcPts val="1001"/>
              </a:spcBef>
              <a:buNone/>
            </a:pPr>
            <a:endParaRPr b="0" lang="en-US" sz="2800" strike="noStrike" u="none">
              <a:solidFill>
                <a:schemeClr val="dk1"/>
              </a:solidFill>
              <a:effectLst/>
              <a:uFillTx/>
              <a:latin typeface="Calibri"/>
            </a:endParaRPr>
          </a:p>
          <a:p>
            <a:pPr indent="0" algn="r" defTabSz="914400" rtl="1">
              <a:lnSpc>
                <a:spcPct val="90000"/>
              </a:lnSpc>
              <a:spcBef>
                <a:spcPts val="1001"/>
              </a:spcBef>
              <a:buNone/>
            </a:pPr>
            <a:endParaRPr b="0" lang="en-US" sz="2800" strike="noStrike" u="none">
              <a:solidFill>
                <a:schemeClr val="dk1"/>
              </a:solidFill>
              <a:effectLst/>
              <a:uFillTx/>
              <a:latin typeface="Calibri"/>
            </a:endParaRPr>
          </a:p>
          <a:p>
            <a:pPr indent="0" algn="r" defTabSz="914400" rtl="1">
              <a:lnSpc>
                <a:spcPct val="90000"/>
              </a:lnSpc>
              <a:spcBef>
                <a:spcPts val="1001"/>
              </a:spcBef>
              <a:buNone/>
            </a:pPr>
            <a:endParaRPr b="0" lang="en-US" sz="28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a:solidFill>
                  <a:schemeClr val="dk1"/>
                </a:solidFill>
                <a:effectLst/>
                <a:uFillTx/>
                <a:latin typeface="Calibri Light"/>
              </a:rPr>
              <a:t>POSIX Threads API</a:t>
            </a:r>
            <a:r>
              <a:rPr b="0" lang="en-US" sz="4400" strike="noStrike" u="none">
                <a:solidFill>
                  <a:schemeClr val="dk1"/>
                </a:solidFill>
                <a:effectLst/>
                <a:uFillTx/>
                <a:latin typeface="Calibri Light"/>
              </a:rPr>
              <a:t> (1)</a:t>
            </a:r>
            <a:endParaRPr b="0" lang="en-US" sz="4400" strike="noStrike" u="none">
              <a:solidFill>
                <a:schemeClr val="dk1"/>
              </a:solidFill>
              <a:effectLst/>
              <a:uFillTx/>
              <a:latin typeface="Calibri"/>
            </a:endParaRPr>
          </a:p>
        </p:txBody>
      </p:sp>
      <p:sp>
        <p:nvSpPr>
          <p:cNvPr id="107" name="PlaceHolder 2"/>
          <p:cNvSpPr>
            <a:spLocks noGrp="1"/>
          </p:cNvSpPr>
          <p:nvPr>
            <p:ph/>
          </p:nvPr>
        </p:nvSpPr>
        <p:spPr>
          <a:xfrm>
            <a:off x="609480" y="1752480"/>
            <a:ext cx="10972440" cy="449532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ff0066"/>
              </a:buClr>
              <a:buFont typeface="Arial"/>
              <a:buChar char="•"/>
            </a:pPr>
            <a:r>
              <a:rPr b="0" lang="he-IL" sz="2800" strike="noStrike" u="sng">
                <a:solidFill>
                  <a:srgbClr val="ff0066"/>
                </a:solidFill>
                <a:effectLst/>
                <a:uFillTx/>
                <a:latin typeface="Calibri"/>
              </a:rPr>
              <a:t>יצירת תהליכון</a:t>
            </a:r>
            <a:r>
              <a:rPr b="0" lang="en-US" sz="2800" strike="noStrike" u="none">
                <a:solidFill>
                  <a:schemeClr val="dk1"/>
                </a:solidFill>
                <a:effectLst/>
                <a:uFillTx/>
                <a:latin typeface="Calibri"/>
              </a:rPr>
              <a:t>:</a:t>
            </a:r>
            <a:r>
              <a:rPr b="0" lang="ru-RU" sz="2400" strike="noStrike" u="none">
                <a:solidFill>
                  <a:schemeClr val="dk1"/>
                </a:solidFill>
                <a:effectLst/>
                <a:uFillTx/>
                <a:latin typeface="Calibri"/>
              </a:rPr>
              <a:t> </a:t>
            </a:r>
            <a:r>
              <a:rPr b="0" lang="en-US" sz="2400" strike="noStrike" u="none">
                <a:solidFill>
                  <a:srgbClr val="0000ff"/>
                </a:solidFill>
                <a:effectLst/>
                <a:uFillTx/>
                <a:latin typeface="Calibri"/>
              </a:rPr>
              <a:t>pthread_create</a:t>
            </a:r>
            <a:r>
              <a:rPr b="0" lang="en-US" sz="2400" strike="noStrike" u="none">
                <a:solidFill>
                  <a:srgbClr val="0000ff"/>
                </a:solidFill>
                <a:effectLst/>
                <a:uFillTx/>
                <a:latin typeface="Calibri"/>
              </a:rPr>
              <a:t>()</a:t>
            </a:r>
            <a:r>
              <a:rPr b="0" lang="en-US" sz="2400" strike="noStrike" u="none">
                <a:solidFill>
                  <a:schemeClr val="dk1"/>
                </a:solidFill>
                <a:effectLst/>
                <a:uFillTx/>
                <a:latin typeface="Calibri"/>
              </a:rPr>
              <a:t> - יוצרת תהליכון חדש המתבצע במקביל לתהליכון הקורא בתוך אותו תהליך. התהליכון החדש מתחיל לבצע את הפונקציה המופיעה בפרמטר </a:t>
            </a:r>
            <a:r>
              <a:rPr b="0" lang="en-US" sz="2400" strike="noStrike" u="none">
                <a:solidFill>
                  <a:schemeClr val="dk1"/>
                </a:solidFill>
                <a:effectLst/>
                <a:uFillTx/>
                <a:latin typeface="Calibri"/>
              </a:rPr>
              <a:t>start_routine</a:t>
            </a:r>
            <a:r>
              <a:rPr b="0" lang="en-US" sz="2400" strike="noStrike" u="none">
                <a:solidFill>
                  <a:schemeClr val="dk1"/>
                </a:solidFill>
                <a:effectLst/>
                <a:uFillTx/>
                <a:latin typeface="Calibri"/>
              </a:rPr>
              <a:t> ונהרג בסיום ביצוע הפונקציה.</a:t>
            </a:r>
            <a:endParaRPr b="0" lang="en-US" sz="24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400" strike="noStrike" u="sng">
                <a:solidFill>
                  <a:schemeClr val="dk1"/>
                </a:solidFill>
                <a:effectLst/>
                <a:uFillTx/>
                <a:latin typeface="Calibri"/>
              </a:rPr>
              <a:t>תחביר</a:t>
            </a:r>
            <a:r>
              <a:rPr b="0" lang="en-US" sz="2400" strike="noStrike" u="none">
                <a:solidFill>
                  <a:schemeClr val="dk1"/>
                </a:solidFill>
                <a:effectLst/>
                <a:uFillTx/>
                <a:latin typeface="Calibri"/>
              </a:rPr>
              <a:t>:</a:t>
            </a:r>
            <a:endParaRPr b="0" lang="en-US" sz="2400" strike="noStrike" u="none">
              <a:solidFill>
                <a:schemeClr val="dk1"/>
              </a:solidFill>
              <a:effectLst/>
              <a:uFillTx/>
              <a:latin typeface="Calibri"/>
            </a:endParaRPr>
          </a:p>
          <a:p>
            <a:pPr marL="228600" indent="-228600" defTabSz="914400">
              <a:lnSpc>
                <a:spcPct val="90000"/>
              </a:lnSpc>
              <a:spcBef>
                <a:spcPts val="1001"/>
              </a:spcBef>
              <a:buNone/>
              <a:tabLst>
                <a:tab algn="l" pos="0"/>
              </a:tabLst>
            </a:pPr>
            <a:r>
              <a:rPr b="0" lang="en-US" sz="2400" strike="noStrike" u="none">
                <a:solidFill>
                  <a:srgbClr val="0000ff"/>
                </a:solidFill>
                <a:effectLst/>
                <a:uFillTx/>
                <a:latin typeface="Calibri"/>
              </a:rPr>
              <a:t>int pthread_create(pthread_t *thread, pthread_attr_t *attr, </a:t>
            </a:r>
            <a:endParaRPr b="0" lang="en-US" sz="2400" strike="noStrike" u="none">
              <a:solidFill>
                <a:schemeClr val="dk1"/>
              </a:solidFill>
              <a:effectLst/>
              <a:uFillTx/>
              <a:latin typeface="Calibri"/>
            </a:endParaRPr>
          </a:p>
          <a:p>
            <a:pPr marL="228600" indent="-228600" defTabSz="914400">
              <a:lnSpc>
                <a:spcPct val="90000"/>
              </a:lnSpc>
              <a:spcBef>
                <a:spcPts val="1001"/>
              </a:spcBef>
              <a:buNone/>
              <a:tabLst>
                <a:tab algn="l" pos="0"/>
              </a:tabLst>
            </a:pPr>
            <a:r>
              <a:rPr b="0" lang="en-US" sz="2400" strike="noStrike" u="none">
                <a:solidFill>
                  <a:srgbClr val="0000ff"/>
                </a:solidFill>
                <a:effectLst/>
                <a:uFillTx/>
                <a:latin typeface="Calibri"/>
              </a:rPr>
              <a:t>  </a:t>
            </a:r>
            <a:r>
              <a:rPr b="0" lang="en-US" sz="2400" strike="noStrike" u="none">
                <a:solidFill>
                  <a:srgbClr val="0000ff"/>
                </a:solidFill>
                <a:effectLst/>
                <a:uFillTx/>
                <a:latin typeface="Calibri"/>
              </a:rPr>
              <a:t>	</a:t>
            </a:r>
            <a:r>
              <a:rPr b="0" lang="en-US" sz="2400" strike="noStrike" u="none">
                <a:solidFill>
                  <a:srgbClr val="0000ff"/>
                </a:solidFill>
                <a:effectLst/>
                <a:uFillTx/>
                <a:latin typeface="Calibri"/>
              </a:rPr>
              <a:t>	</a:t>
            </a:r>
            <a:r>
              <a:rPr b="0" lang="en-US" sz="2400" strike="noStrike" u="none">
                <a:solidFill>
                  <a:srgbClr val="0000ff"/>
                </a:solidFill>
                <a:effectLst/>
                <a:uFillTx/>
                <a:latin typeface="Calibri"/>
              </a:rPr>
              <a:t>void* (*start_routine)(void*), void *arg);</a:t>
            </a:r>
            <a:endParaRPr b="0" lang="en-US" sz="2400" strike="noStrike" u="none">
              <a:solidFill>
                <a:schemeClr val="dk1"/>
              </a:solidFill>
              <a:effectLst/>
              <a:uFillTx/>
              <a:latin typeface="Calibri"/>
            </a:endParaRPr>
          </a:p>
          <a:p>
            <a:pPr marL="228600" indent="-228600" algn="r" defTabSz="914400" rtl="1">
              <a:lnSpc>
                <a:spcPct val="110000"/>
              </a:lnSpc>
              <a:spcBef>
                <a:spcPts val="1001"/>
              </a:spcBef>
              <a:buClr>
                <a:srgbClr val="000000"/>
              </a:buClr>
              <a:buFont typeface="Arial"/>
              <a:buChar char="•"/>
              <a:tabLst>
                <a:tab algn="l" pos="0"/>
              </a:tabLst>
            </a:pPr>
            <a:r>
              <a:rPr b="0" lang="he-IL" sz="2400" strike="noStrike" u="sng">
                <a:solidFill>
                  <a:schemeClr val="dk1"/>
                </a:solidFill>
                <a:effectLst/>
                <a:uFillTx/>
                <a:latin typeface="Calibri"/>
              </a:rPr>
              <a:t>ערך מוחזר</a:t>
            </a:r>
            <a:r>
              <a:rPr b="0" lang="en-US" sz="2400" strike="noStrike" u="none">
                <a:solidFill>
                  <a:schemeClr val="dk1"/>
                </a:solidFill>
                <a:effectLst/>
                <a:uFillTx/>
                <a:latin typeface="Calibri"/>
              </a:rPr>
              <a:t>: </a:t>
            </a:r>
            <a:r>
              <a:rPr b="0" lang="en-US" sz="2400" strike="noStrike" u="none">
                <a:solidFill>
                  <a:schemeClr val="dk1"/>
                </a:solidFill>
                <a:effectLst/>
                <a:uFillTx/>
                <a:latin typeface="Calibri"/>
              </a:rPr>
              <a:t>0</a:t>
            </a:r>
            <a:r>
              <a:rPr b="0" lang="en-US" sz="2400" strike="noStrike" u="none">
                <a:solidFill>
                  <a:schemeClr val="dk1"/>
                </a:solidFill>
                <a:effectLst/>
                <a:uFillTx/>
                <a:latin typeface="Calibri"/>
              </a:rPr>
              <a:t> במקרה של הצלחה, ערך אחר במקרה של כישלון. כמו כן, במקרה של הצלחה מוכנס מזהה התהליכון החדש למקום המוצבע ע"י </a:t>
            </a:r>
            <a:r>
              <a:rPr b="0" lang="en-US" sz="2400" strike="noStrike" u="none">
                <a:solidFill>
                  <a:schemeClr val="dk1"/>
                </a:solidFill>
                <a:effectLst/>
                <a:uFillTx/>
                <a:latin typeface="Calibri"/>
              </a:rPr>
              <a:t>thread</a:t>
            </a:r>
            <a:r>
              <a:rPr b="0" lang="en-US" sz="2400" strike="noStrike" u="none">
                <a:solidFill>
                  <a:schemeClr val="dk1"/>
                </a:solidFill>
                <a:effectLst/>
                <a:uFillTx/>
                <a:latin typeface="Calibri"/>
              </a:rPr>
              <a:t>.</a:t>
            </a:r>
            <a:endParaRPr b="0" lang="en-US" sz="2400" strike="noStrike" u="none">
              <a:solidFill>
                <a:schemeClr val="dk1"/>
              </a:solidFill>
              <a:effectLst/>
              <a:uFillTx/>
              <a:latin typeface="Calibri"/>
            </a:endParaRPr>
          </a:p>
          <a:p>
            <a:pPr marL="228600" indent="-228600" algn="r" defTabSz="914400" rtl="1">
              <a:lnSpc>
                <a:spcPct val="120000"/>
              </a:lnSpc>
              <a:spcBef>
                <a:spcPts val="1001"/>
              </a:spcBef>
              <a:buNone/>
              <a:tabLst>
                <a:tab algn="l" pos="0"/>
              </a:tabLst>
            </a:pPr>
            <a:endParaRPr b="0" lang="en-US" sz="1800" strike="noStrike" u="none">
              <a:solidFill>
                <a:schemeClr val="dk1"/>
              </a:solidFill>
              <a:effectLst/>
              <a:uFillTx/>
              <a:latin typeface="Calibri"/>
            </a:endParaRPr>
          </a:p>
        </p:txBody>
      </p:sp>
      <p:pic>
        <p:nvPicPr>
          <p:cNvPr id="108" name="Picture 4" descr="j0154370[1]"/>
          <p:cNvPicPr/>
          <p:nvPr/>
        </p:nvPicPr>
        <p:blipFill>
          <a:blip r:embed="rId1"/>
          <a:stretch/>
        </p:blipFill>
        <p:spPr>
          <a:xfrm>
            <a:off x="533520" y="411120"/>
            <a:ext cx="1549080" cy="136188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p:nvPr>
        </p:nvSpPr>
        <p:spPr>
          <a:xfrm>
            <a:off x="239040" y="333360"/>
            <a:ext cx="11713320" cy="5792400"/>
          </a:xfrm>
          <a:prstGeom prst="rect">
            <a:avLst/>
          </a:prstGeom>
          <a:noFill/>
          <a:ln w="0">
            <a:noFill/>
          </a:ln>
        </p:spPr>
        <p:txBody>
          <a:bodyPr lIns="91440" rIns="91440" tIns="45720" bIns="45720" anchor="t">
            <a:noAutofit/>
          </a:bodyPr>
          <a:p>
            <a:pPr marL="228600" indent="-228600" defTabSz="914400">
              <a:lnSpc>
                <a:spcPct val="90000"/>
              </a:lnSpc>
              <a:spcBef>
                <a:spcPts val="1001"/>
              </a:spcBef>
              <a:buNone/>
              <a:tabLst>
                <a:tab algn="l" pos="0"/>
              </a:tabLst>
            </a:pPr>
            <a:r>
              <a:rPr b="0" lang="en-US" sz="2800" strike="noStrike" u="none">
                <a:solidFill>
                  <a:srgbClr val="0000ff"/>
                </a:solidFill>
                <a:effectLst/>
                <a:uFillTx/>
                <a:latin typeface="Calibri"/>
              </a:rPr>
              <a:t>int pthread_create(pthread_t </a:t>
            </a:r>
            <a:r>
              <a:rPr b="1" lang="en-US" sz="2800" strike="noStrike" u="none">
                <a:solidFill>
                  <a:schemeClr val="dk1"/>
                </a:solidFill>
                <a:effectLst/>
                <a:uFillTx/>
                <a:latin typeface="Calibri"/>
              </a:rPr>
              <a:t>*thread</a:t>
            </a:r>
            <a:r>
              <a:rPr b="0" lang="en-US" sz="2800" strike="noStrike" u="none">
                <a:solidFill>
                  <a:srgbClr val="0000ff"/>
                </a:solidFill>
                <a:effectLst/>
                <a:uFillTx/>
                <a:latin typeface="Calibri"/>
              </a:rPr>
              <a:t>, pthread_attr_t </a:t>
            </a:r>
            <a:r>
              <a:rPr b="1" lang="en-US" sz="2800" strike="noStrike" u="none">
                <a:solidFill>
                  <a:schemeClr val="dk1"/>
                </a:solidFill>
                <a:effectLst/>
                <a:uFillTx/>
                <a:latin typeface="Calibri"/>
              </a:rPr>
              <a:t>*attr</a:t>
            </a:r>
            <a:r>
              <a:rPr b="0" lang="en-US" sz="2800" strike="noStrike" u="none">
                <a:solidFill>
                  <a:srgbClr val="0000ff"/>
                </a:solidFill>
                <a:effectLst/>
                <a:uFillTx/>
                <a:latin typeface="Calibri"/>
              </a:rPr>
              <a:t>, void* (</a:t>
            </a:r>
            <a:r>
              <a:rPr b="1" lang="en-US" sz="2800" strike="noStrike" u="none">
                <a:solidFill>
                  <a:schemeClr val="dk1"/>
                </a:solidFill>
                <a:effectLst/>
                <a:uFillTx/>
                <a:latin typeface="Calibri"/>
              </a:rPr>
              <a:t>*start_routine</a:t>
            </a:r>
            <a:r>
              <a:rPr b="0" lang="en-US" sz="2800" strike="noStrike" u="none">
                <a:solidFill>
                  <a:srgbClr val="0000ff"/>
                </a:solidFill>
                <a:effectLst/>
                <a:uFillTx/>
                <a:latin typeface="Calibri"/>
              </a:rPr>
              <a:t>)(void*), void </a:t>
            </a:r>
            <a:r>
              <a:rPr b="0" lang="en-US" sz="2800" strike="noStrike" u="none">
                <a:solidFill>
                  <a:schemeClr val="dk1"/>
                </a:solidFill>
                <a:effectLst/>
                <a:uFillTx/>
                <a:latin typeface="Calibri"/>
              </a:rPr>
              <a:t>*arg</a:t>
            </a:r>
            <a:r>
              <a:rPr b="0" lang="en-US" sz="2800" strike="noStrike" u="none">
                <a:solidFill>
                  <a:srgbClr val="0000ff"/>
                </a:solidFill>
                <a:effectLst/>
                <a:uFillTx/>
                <a:latin typeface="Calibri"/>
              </a:rPr>
              <a:t>);</a:t>
            </a:r>
            <a:endParaRPr b="0" lang="en-US" sz="2800" strike="noStrike" u="none">
              <a:solidFill>
                <a:schemeClr val="dk1"/>
              </a:solidFill>
              <a:effectLst/>
              <a:uFillTx/>
              <a:latin typeface="Calibri"/>
            </a:endParaRPr>
          </a:p>
          <a:p>
            <a:pPr marL="228600" indent="-228600" defTabSz="914400">
              <a:lnSpc>
                <a:spcPct val="90000"/>
              </a:lnSpc>
              <a:spcBef>
                <a:spcPts val="1001"/>
              </a:spcBef>
              <a:buNone/>
              <a:tabLst>
                <a:tab algn="l" pos="0"/>
              </a:tabLst>
            </a:pPr>
            <a:endParaRPr b="0" lang="en-US" sz="2000" strike="noStrike" u="none">
              <a:solidFill>
                <a:schemeClr val="dk1"/>
              </a:solidFill>
              <a:effectLst/>
              <a:uFillTx/>
              <a:latin typeface="Calibri"/>
            </a:endParaRPr>
          </a:p>
          <a:p>
            <a:pPr marL="228600" indent="-228600" defTabSz="914400">
              <a:lnSpc>
                <a:spcPct val="90000"/>
              </a:lnSpc>
              <a:spcBef>
                <a:spcPts val="1001"/>
              </a:spcBef>
              <a:buNone/>
              <a:tabLst>
                <a:tab algn="l" pos="0"/>
              </a:tabLst>
            </a:pPr>
            <a:r>
              <a:rPr b="1" lang="en-US" sz="2400" strike="noStrike" u="sng">
                <a:solidFill>
                  <a:schemeClr val="dk1"/>
                </a:solidFill>
                <a:effectLst/>
                <a:uFillTx/>
                <a:latin typeface="Calibri"/>
              </a:rPr>
              <a:t>USAGE</a:t>
            </a:r>
            <a:endParaRPr b="0" lang="en-US" sz="2400" strike="noStrike" u="none">
              <a:solidFill>
                <a:schemeClr val="dk1"/>
              </a:solidFill>
              <a:effectLst/>
              <a:uFillTx/>
              <a:latin typeface="Calibri"/>
            </a:endParaRPr>
          </a:p>
          <a:p>
            <a:pPr lvl="1" marL="685800" indent="-228600" algn="r" defTabSz="914400" rtl="1">
              <a:lnSpc>
                <a:spcPct val="90000"/>
              </a:lnSpc>
              <a:spcBef>
                <a:spcPts val="499"/>
              </a:spcBef>
              <a:buClr>
                <a:srgbClr val="0000ff"/>
              </a:buClr>
              <a:buFont typeface="Arial"/>
              <a:buChar char="•"/>
              <a:tabLst>
                <a:tab algn="l" pos="0"/>
              </a:tabLst>
            </a:pPr>
            <a:r>
              <a:rPr b="0" lang="en-US" sz="2400" strike="noStrike" u="none">
                <a:solidFill>
                  <a:srgbClr val="0000ff"/>
                </a:solidFill>
                <a:effectLst/>
                <a:uFillTx/>
                <a:latin typeface="Calibri"/>
              </a:rPr>
              <a:t>thread</a:t>
            </a:r>
            <a:r>
              <a:rPr b="0" lang="en-US" sz="2400" strike="noStrike" u="none">
                <a:solidFill>
                  <a:schemeClr val="dk1"/>
                </a:solidFill>
                <a:effectLst/>
                <a:uFillTx/>
                <a:latin typeface="Calibri"/>
              </a:rPr>
              <a:t> – </a:t>
            </a:r>
            <a:r>
              <a:rPr b="0" lang="he-IL" sz="2600" strike="noStrike" u="none">
                <a:solidFill>
                  <a:schemeClr val="dk1"/>
                </a:solidFill>
                <a:effectLst/>
                <a:uFillTx/>
                <a:latin typeface="Calibri"/>
              </a:rPr>
              <a:t>מצביע למקום בו יאוחסן מזהה התהליכון החדש במקרה של סיום הפונקציה בהצלחה.</a:t>
            </a:r>
            <a:endParaRPr b="0" lang="en-US" sz="2600" strike="noStrike" u="none">
              <a:solidFill>
                <a:schemeClr val="dk1"/>
              </a:solidFill>
              <a:effectLst/>
              <a:uFillTx/>
              <a:latin typeface="Calibri"/>
            </a:endParaRPr>
          </a:p>
          <a:p>
            <a:pPr lvl="1" marL="685800" indent="-228600" algn="r" defTabSz="914400" rtl="1">
              <a:lnSpc>
                <a:spcPct val="90000"/>
              </a:lnSpc>
              <a:spcBef>
                <a:spcPts val="499"/>
              </a:spcBef>
              <a:buClr>
                <a:srgbClr val="0000ff"/>
              </a:buClr>
              <a:buFont typeface="Arial"/>
              <a:buChar char="•"/>
              <a:tabLst>
                <a:tab algn="l" pos="0"/>
              </a:tabLst>
            </a:pPr>
            <a:r>
              <a:rPr b="0" lang="en-US" sz="2400" strike="noStrike" u="none">
                <a:solidFill>
                  <a:srgbClr val="0000ff"/>
                </a:solidFill>
                <a:effectLst/>
                <a:uFillTx/>
                <a:latin typeface="Calibri"/>
              </a:rPr>
              <a:t> </a:t>
            </a:r>
            <a:r>
              <a:rPr b="0" lang="en-US" sz="2400" strike="noStrike" u="none">
                <a:solidFill>
                  <a:srgbClr val="0000ff"/>
                </a:solidFill>
                <a:effectLst/>
                <a:uFillTx/>
                <a:latin typeface="Calibri"/>
              </a:rPr>
              <a:t>attr</a:t>
            </a:r>
            <a:r>
              <a:rPr b="0" lang="en-US" sz="2400" strike="noStrike" u="none">
                <a:solidFill>
                  <a:schemeClr val="dk1"/>
                </a:solidFill>
                <a:effectLst/>
                <a:uFillTx/>
                <a:latin typeface="Calibri"/>
              </a:rPr>
              <a:t> – </a:t>
            </a:r>
            <a:r>
              <a:rPr b="0" lang="he-IL" sz="2600" strike="noStrike" u="none">
                <a:solidFill>
                  <a:schemeClr val="dk1"/>
                </a:solidFill>
                <a:effectLst/>
                <a:uFillTx/>
                <a:latin typeface="Calibri"/>
              </a:rPr>
              <a:t>מאפיינים המתארים את תכונות התהליכון החדש, כגון האם התהליכון הוא תהליכון מערכת או תהליכון משתמש, האם ניתן לבצע לו </a:t>
            </a:r>
            <a:r>
              <a:rPr b="0" lang="en-US" sz="2600" strike="noStrike" u="none">
                <a:solidFill>
                  <a:schemeClr val="dk1"/>
                </a:solidFill>
                <a:effectLst/>
                <a:uFillTx/>
                <a:latin typeface="Calibri"/>
              </a:rPr>
              <a:t>join</a:t>
            </a:r>
            <a:r>
              <a:rPr b="0" lang="en-US" sz="2600" strike="noStrike" u="none">
                <a:solidFill>
                  <a:schemeClr val="dk1"/>
                </a:solidFill>
                <a:effectLst/>
                <a:uFillTx/>
                <a:latin typeface="Calibri"/>
              </a:rPr>
              <a:t>, כלומר להמתין לסיומו, וכו'. </a:t>
            </a:r>
            <a:r>
              <a:rPr b="1" lang="he-IL" sz="2600" strike="noStrike" u="none">
                <a:solidFill>
                  <a:schemeClr val="dk1"/>
                </a:solidFill>
                <a:effectLst/>
                <a:uFillTx/>
                <a:latin typeface="Calibri"/>
              </a:rPr>
              <a:t>בד"כ נספק ערך </a:t>
            </a:r>
            <a:r>
              <a:rPr b="1" lang="en-US" sz="2600" strike="noStrike" u="none">
                <a:solidFill>
                  <a:schemeClr val="dk1"/>
                </a:solidFill>
                <a:effectLst/>
                <a:uFillTx/>
                <a:latin typeface="Calibri"/>
              </a:rPr>
              <a:t>NULL</a:t>
            </a:r>
            <a:r>
              <a:rPr b="0" lang="en-US" sz="2600" strike="noStrike" u="none">
                <a:solidFill>
                  <a:schemeClr val="dk1"/>
                </a:solidFill>
                <a:effectLst/>
                <a:uFillTx/>
                <a:latin typeface="Calibri"/>
              </a:rPr>
              <a:t> המציין תהליכון מערכת שניתן להמתין לסיומו.</a:t>
            </a:r>
            <a:endParaRPr b="0" lang="en-US" sz="2600" strike="noStrike" u="none">
              <a:solidFill>
                <a:schemeClr val="dk1"/>
              </a:solidFill>
              <a:effectLst/>
              <a:uFillTx/>
              <a:latin typeface="Calibri"/>
            </a:endParaRPr>
          </a:p>
          <a:p>
            <a:pPr lvl="1" marL="685800" indent="-228600" algn="r" defTabSz="914400" rtl="1">
              <a:lnSpc>
                <a:spcPct val="90000"/>
              </a:lnSpc>
              <a:spcBef>
                <a:spcPts val="499"/>
              </a:spcBef>
              <a:buClr>
                <a:srgbClr val="0000ff"/>
              </a:buClr>
              <a:buFont typeface="Arial"/>
              <a:buChar char="•"/>
              <a:tabLst>
                <a:tab algn="l" pos="0"/>
              </a:tabLst>
            </a:pPr>
            <a:r>
              <a:rPr b="0" lang="en-US" sz="2400" strike="noStrike" u="none">
                <a:solidFill>
                  <a:srgbClr val="0000ff"/>
                </a:solidFill>
                <a:effectLst/>
                <a:uFillTx/>
                <a:latin typeface="Calibri"/>
              </a:rPr>
              <a:t>start_routine</a:t>
            </a:r>
            <a:r>
              <a:rPr b="0" lang="en-US" sz="2400" strike="noStrike" u="none">
                <a:solidFill>
                  <a:schemeClr val="dk1"/>
                </a:solidFill>
                <a:effectLst/>
                <a:uFillTx/>
                <a:latin typeface="Calibri"/>
              </a:rPr>
              <a:t> – </a:t>
            </a:r>
            <a:r>
              <a:rPr b="0" lang="he-IL" sz="2600" strike="noStrike" u="none">
                <a:solidFill>
                  <a:schemeClr val="dk1"/>
                </a:solidFill>
                <a:effectLst/>
                <a:uFillTx/>
                <a:latin typeface="Calibri"/>
              </a:rPr>
              <a:t>מצביע לפונקציה שתהווה את קוד התהליכון. הערך המוחזר מפונקציה זו במקרה של סיומה הטבעי הינו ערך הסיום של התהליכון.</a:t>
            </a:r>
            <a:endParaRPr b="0" lang="en-US" sz="2600" strike="noStrike" u="none">
              <a:solidFill>
                <a:schemeClr val="dk1"/>
              </a:solidFill>
              <a:effectLst/>
              <a:uFillTx/>
              <a:latin typeface="Calibri"/>
            </a:endParaRPr>
          </a:p>
          <a:p>
            <a:pPr lvl="1" marL="685800" indent="-228600" algn="r" defTabSz="914400" rtl="1">
              <a:lnSpc>
                <a:spcPct val="90000"/>
              </a:lnSpc>
              <a:spcBef>
                <a:spcPts val="499"/>
              </a:spcBef>
              <a:buClr>
                <a:srgbClr val="0000ff"/>
              </a:buClr>
              <a:buFont typeface="Arial"/>
              <a:buChar char="•"/>
              <a:tabLst>
                <a:tab algn="l" pos="0"/>
              </a:tabLst>
            </a:pPr>
            <a:r>
              <a:rPr b="0" lang="en-US" sz="2400" strike="noStrike" u="none">
                <a:solidFill>
                  <a:srgbClr val="0000ff"/>
                </a:solidFill>
                <a:effectLst/>
                <a:uFillTx/>
                <a:latin typeface="Calibri"/>
              </a:rPr>
              <a:t>arg</a:t>
            </a:r>
            <a:r>
              <a:rPr b="0" lang="en-US" sz="2400" strike="noStrike" u="none">
                <a:solidFill>
                  <a:schemeClr val="dk1"/>
                </a:solidFill>
                <a:effectLst/>
                <a:uFillTx/>
                <a:latin typeface="Calibri"/>
              </a:rPr>
              <a:t> – </a:t>
            </a:r>
            <a:r>
              <a:rPr b="0" lang="he-IL" sz="2600" strike="noStrike" u="none">
                <a:solidFill>
                  <a:schemeClr val="dk1"/>
                </a:solidFill>
                <a:effectLst/>
                <a:uFillTx/>
                <a:latin typeface="Calibri"/>
              </a:rPr>
              <a:t>פרמטר שיסופק לפונקציה עם הפעלתה.</a:t>
            </a:r>
            <a:endParaRPr b="0" lang="en-US" sz="2600" strike="noStrike" u="none">
              <a:solidFill>
                <a:schemeClr val="dk1"/>
              </a:solidFill>
              <a:effectLst/>
              <a:uFillTx/>
              <a:latin typeface="Calibri"/>
            </a:endParaRPr>
          </a:p>
          <a:p>
            <a:pPr marL="228600" indent="-228600" defTabSz="914400">
              <a:lnSpc>
                <a:spcPct val="90000"/>
              </a:lnSpc>
              <a:spcBef>
                <a:spcPts val="1001"/>
              </a:spcBef>
              <a:buNone/>
              <a:tabLst>
                <a:tab algn="l" pos="0"/>
              </a:tabLst>
            </a:pPr>
            <a:endParaRPr b="0" lang="en-US" sz="26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p:nvPr>
        </p:nvSpPr>
        <p:spPr>
          <a:xfrm>
            <a:off x="624240" y="0"/>
            <a:ext cx="10972440" cy="6911640"/>
          </a:xfrm>
          <a:prstGeom prst="rect">
            <a:avLst/>
          </a:prstGeom>
          <a:noFill/>
          <a:ln w="0">
            <a:noFill/>
          </a:ln>
        </p:spPr>
        <p:txBody>
          <a:bodyPr lIns="91440" rIns="91440" tIns="45720" bIns="45720" anchor="t">
            <a:normAutofit lnSpcReduction="9999"/>
          </a:bodyPr>
          <a:p>
            <a:pPr marL="228600" indent="-228600" defTabSz="914400">
              <a:lnSpc>
                <a:spcPct val="80000"/>
              </a:lnSpc>
              <a:spcBef>
                <a:spcPts val="1001"/>
              </a:spcBef>
              <a:buNone/>
              <a:tabLst>
                <a:tab algn="l" pos="0"/>
              </a:tabLst>
            </a:pPr>
            <a:r>
              <a:rPr b="0" lang="en-US" sz="1800" strike="noStrike" u="none">
                <a:solidFill>
                  <a:schemeClr val="dk1"/>
                </a:solidFill>
                <a:effectLst/>
                <a:uFillTx/>
                <a:latin typeface="Calibri"/>
              </a:rPr>
              <a:t>#include &lt;stdio.h&gt;</a:t>
            </a:r>
            <a:endParaRPr b="0" lang="en-US" sz="18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800" strike="noStrike" u="none">
                <a:solidFill>
                  <a:schemeClr val="dk1"/>
                </a:solidFill>
                <a:effectLst/>
                <a:uFillTx/>
                <a:latin typeface="Calibri"/>
              </a:rPr>
              <a:t>#include &lt;</a:t>
            </a:r>
            <a:r>
              <a:rPr b="0" lang="en-US" sz="1600" strike="noStrike" u="none">
                <a:solidFill>
                  <a:srgbClr val="0000ff"/>
                </a:solidFill>
                <a:effectLst/>
                <a:uFillTx/>
                <a:latin typeface="Calibri"/>
              </a:rPr>
              <a:t>pthread.h</a:t>
            </a:r>
            <a:r>
              <a:rPr b="0" lang="en-US" sz="1800" strike="noStrike" u="none">
                <a:solidFill>
                  <a:schemeClr val="dk1"/>
                </a:solidFill>
                <a:effectLst/>
                <a:uFillTx/>
                <a:latin typeface="Calibri"/>
              </a:rPr>
              <a:t>&gt;</a:t>
            </a:r>
            <a:endParaRPr b="0" lang="en-US" sz="1800" strike="noStrike" u="none">
              <a:solidFill>
                <a:schemeClr val="dk1"/>
              </a:solidFill>
              <a:effectLst/>
              <a:uFillTx/>
              <a:latin typeface="Calibri"/>
            </a:endParaRPr>
          </a:p>
          <a:p>
            <a:pPr marL="228600" indent="-228600" defTabSz="914400">
              <a:lnSpc>
                <a:spcPct val="80000"/>
              </a:lnSpc>
              <a:spcBef>
                <a:spcPts val="1001"/>
              </a:spcBef>
              <a:buNone/>
              <a:tabLst>
                <a:tab algn="l" pos="0"/>
              </a:tabLst>
            </a:pPr>
            <a:endParaRPr b="0" lang="en-US" sz="7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800" strike="noStrike" u="none">
                <a:solidFill>
                  <a:schemeClr val="dk1"/>
                </a:solidFill>
                <a:effectLst/>
                <a:uFillTx/>
                <a:latin typeface="Calibri"/>
              </a:rPr>
              <a:t>void *count(void *JunkPTR){</a:t>
            </a:r>
            <a:endParaRPr b="0" lang="en-US" sz="18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2400" strike="noStrike" u="none">
                <a:solidFill>
                  <a:schemeClr val="dk1"/>
                </a:solidFill>
                <a:effectLst/>
                <a:uFillTx/>
                <a:latin typeface="Calibri"/>
              </a:rPr>
              <a:t>int *valuePTR = (int *) JunkPTR; /* convert to integer ptr. */</a:t>
            </a:r>
            <a:endParaRPr b="0" lang="en-US" sz="24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2400" strike="noStrike" u="none">
                <a:solidFill>
                  <a:schemeClr val="dk1"/>
                </a:solidFill>
                <a:effectLst/>
                <a:uFillTx/>
                <a:latin typeface="Calibri"/>
              </a:rPr>
              <a:t>int value = *valuePTR; /* then take the value */</a:t>
            </a:r>
            <a:endParaRPr b="0" lang="en-US" sz="24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2400" strike="noStrike" u="none">
                <a:solidFill>
                  <a:schemeClr val="dk1"/>
                </a:solidFill>
                <a:effectLst/>
                <a:uFillTx/>
                <a:latin typeface="Calibri"/>
              </a:rPr>
              <a:t>printf("Child: value = %d\n", value);</a:t>
            </a:r>
            <a:endParaRPr b="0" lang="en-US" sz="24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800" strike="noStrike" u="none">
                <a:solidFill>
                  <a:schemeClr val="dk1"/>
                </a:solidFill>
                <a:effectLst/>
                <a:uFillTx/>
                <a:latin typeface="Calibri"/>
              </a:rPr>
              <a:t>}</a:t>
            </a:r>
            <a:endParaRPr b="0" lang="en-US" sz="1800" strike="noStrike" u="none">
              <a:solidFill>
                <a:schemeClr val="dk1"/>
              </a:solidFill>
              <a:effectLst/>
              <a:uFillTx/>
              <a:latin typeface="Calibri"/>
            </a:endParaRPr>
          </a:p>
          <a:p>
            <a:pPr marL="228600" indent="-228600" defTabSz="914400">
              <a:lnSpc>
                <a:spcPct val="80000"/>
              </a:lnSpc>
              <a:spcBef>
                <a:spcPts val="1001"/>
              </a:spcBef>
              <a:buNone/>
              <a:tabLst>
                <a:tab algn="l" pos="0"/>
              </a:tabLst>
            </a:pPr>
            <a:endParaRPr b="0" lang="en-US" sz="7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800" strike="noStrike" u="none">
                <a:solidFill>
                  <a:schemeClr val="dk1"/>
                </a:solidFill>
                <a:effectLst/>
                <a:uFillTx/>
                <a:latin typeface="Calibri"/>
              </a:rPr>
              <a:t>int main(void){</a:t>
            </a:r>
            <a:endParaRPr b="0" lang="en-US" sz="18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2000" strike="noStrike" u="none">
                <a:solidFill>
                  <a:srgbClr val="0000ff"/>
                </a:solidFill>
                <a:effectLst/>
                <a:uFillTx/>
                <a:latin typeface="Calibri"/>
              </a:rPr>
              <a:t>pthread_t </a:t>
            </a:r>
            <a:r>
              <a:rPr b="0" lang="en-US" sz="2400" strike="noStrike" u="none">
                <a:solidFill>
                  <a:schemeClr val="dk1"/>
                </a:solidFill>
                <a:effectLst/>
                <a:uFillTx/>
                <a:latin typeface="Calibri"/>
              </a:rPr>
              <a:t>ID1, ID2; /* for thread IDs */</a:t>
            </a:r>
            <a:endParaRPr b="0" lang="en-US" sz="24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2400" strike="noStrike" u="none">
                <a:solidFill>
                  <a:schemeClr val="dk1"/>
                </a:solidFill>
                <a:effectLst/>
                <a:uFillTx/>
                <a:latin typeface="Calibri"/>
              </a:rPr>
              <a:t>int v1 = 1; /* argument for the 1st thr */</a:t>
            </a:r>
            <a:endParaRPr b="0" lang="en-US" sz="24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2400" strike="noStrike" u="none">
                <a:solidFill>
                  <a:schemeClr val="dk1"/>
                </a:solidFill>
                <a:effectLst/>
                <a:uFillTx/>
                <a:latin typeface="Calibri"/>
              </a:rPr>
              <a:t>int v2 = 2; /* argument for the 2nd thr */</a:t>
            </a:r>
            <a:endParaRPr b="0" lang="en-US" sz="24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2000" strike="noStrike" u="none">
                <a:solidFill>
                  <a:srgbClr val="0000ff"/>
                </a:solidFill>
                <a:effectLst/>
                <a:uFillTx/>
                <a:latin typeface="Calibri"/>
              </a:rPr>
              <a:t>pthread_create</a:t>
            </a:r>
            <a:r>
              <a:rPr b="0" lang="en-US" sz="2400" strike="noStrike" u="none">
                <a:solidFill>
                  <a:schemeClr val="dk1"/>
                </a:solidFill>
                <a:effectLst/>
                <a:uFillTx/>
                <a:latin typeface="Calibri"/>
              </a:rPr>
              <a:t>(&amp;ID1, NULL, count, (void *) (&amp;v1));</a:t>
            </a:r>
            <a:endParaRPr b="0" lang="en-US" sz="24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2000" strike="noStrike" u="none">
                <a:solidFill>
                  <a:srgbClr val="0000ff"/>
                </a:solidFill>
                <a:effectLst/>
                <a:uFillTx/>
                <a:latin typeface="Calibri"/>
              </a:rPr>
              <a:t>pthread_create</a:t>
            </a:r>
            <a:r>
              <a:rPr b="0" lang="en-US" sz="2400" strike="noStrike" u="none">
                <a:solidFill>
                  <a:schemeClr val="dk1"/>
                </a:solidFill>
                <a:effectLst/>
                <a:uFillTx/>
                <a:latin typeface="Calibri"/>
              </a:rPr>
              <a:t>(&amp;ID2, NULL, count, (void *) (&amp;v2));</a:t>
            </a:r>
            <a:endParaRPr b="0" lang="en-US" sz="24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2400" strike="noStrike" u="none">
                <a:solidFill>
                  <a:schemeClr val="dk1"/>
                </a:solidFill>
                <a:effectLst/>
                <a:uFillTx/>
                <a:latin typeface="Calibri"/>
              </a:rPr>
              <a:t>printf("Parent\n");</a:t>
            </a:r>
            <a:endParaRPr b="0" lang="en-US" sz="24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2400" strike="noStrike" u="none">
                <a:solidFill>
                  <a:schemeClr val="dk1"/>
                </a:solidFill>
                <a:effectLst/>
                <a:uFillTx/>
                <a:latin typeface="Calibri"/>
              </a:rPr>
              <a:t>sleep(2); /* why is sleep() here? */</a:t>
            </a:r>
            <a:endParaRPr b="0" lang="en-US" sz="24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800" strike="noStrike" u="none">
                <a:solidFill>
                  <a:schemeClr val="dk1"/>
                </a:solidFill>
                <a:effectLst/>
                <a:uFillTx/>
                <a:latin typeface="Calibri"/>
              </a:rPr>
              <a:t>}</a:t>
            </a:r>
            <a:endParaRPr b="0" lang="en-US" sz="1800" strike="noStrike" u="none">
              <a:solidFill>
                <a:schemeClr val="dk1"/>
              </a:solidFill>
              <a:effectLst/>
              <a:uFillTx/>
              <a:latin typeface="Calibri"/>
            </a:endParaRPr>
          </a:p>
          <a:p>
            <a:pPr marL="228600" indent="-228600" defTabSz="914400">
              <a:lnSpc>
                <a:spcPct val="80000"/>
              </a:lnSpc>
              <a:spcBef>
                <a:spcPts val="1001"/>
              </a:spcBef>
              <a:buClr>
                <a:srgbClr val="000000"/>
              </a:buClr>
              <a:buFont typeface="Symbol" charset="2"/>
              <a:buChar char=""/>
              <a:tabLst>
                <a:tab algn="l" pos="0"/>
              </a:tabLst>
            </a:pPr>
            <a:r>
              <a:rPr b="0" lang="en-US" sz="1600" strike="noStrike" u="none">
                <a:solidFill>
                  <a:schemeClr val="dk1"/>
                </a:solidFill>
                <a:effectLst/>
                <a:uFillTx/>
                <a:latin typeface="Calibri"/>
              </a:rPr>
              <a:t>Results: </a:t>
            </a:r>
            <a:endParaRPr b="0" lang="en-US" sz="1600" strike="noStrike" u="none">
              <a:solidFill>
                <a:schemeClr val="dk1"/>
              </a:solidFill>
              <a:effectLst/>
              <a:uFillTx/>
              <a:latin typeface="Calibri"/>
            </a:endParaRPr>
          </a:p>
          <a:p>
            <a:pPr marL="1143000" indent="-228600" defTabSz="914400">
              <a:lnSpc>
                <a:spcPct val="80000"/>
              </a:lnSpc>
              <a:spcBef>
                <a:spcPts val="499"/>
              </a:spcBef>
              <a:buNone/>
              <a:tabLst>
                <a:tab algn="l" pos="0"/>
              </a:tabLst>
            </a:pPr>
            <a:r>
              <a:rPr b="0" lang="en-US" sz="1600" strike="noStrike" u="none">
                <a:solidFill>
                  <a:schemeClr val="dk1"/>
                </a:solidFill>
                <a:effectLst/>
                <a:uFillTx/>
                <a:latin typeface="Calibri"/>
              </a:rPr>
              <a:t>Child: value = 1</a:t>
            </a:r>
            <a:endParaRPr b="0" lang="en-US" sz="1600" strike="noStrike" u="none">
              <a:solidFill>
                <a:schemeClr val="dk1"/>
              </a:solidFill>
              <a:effectLst/>
              <a:uFillTx/>
              <a:latin typeface="Calibri"/>
            </a:endParaRPr>
          </a:p>
          <a:p>
            <a:pPr marL="1143000" indent="-228600" defTabSz="914400">
              <a:lnSpc>
                <a:spcPct val="80000"/>
              </a:lnSpc>
              <a:spcBef>
                <a:spcPts val="499"/>
              </a:spcBef>
              <a:buNone/>
              <a:tabLst>
                <a:tab algn="l" pos="0"/>
              </a:tabLst>
            </a:pPr>
            <a:r>
              <a:rPr b="0" lang="en-US" sz="1600" strike="noStrike" u="none">
                <a:solidFill>
                  <a:schemeClr val="dk1"/>
                </a:solidFill>
                <a:effectLst/>
                <a:uFillTx/>
                <a:latin typeface="Calibri"/>
              </a:rPr>
              <a:t>Child: value = 2</a:t>
            </a:r>
            <a:endParaRPr b="0" lang="en-US" sz="16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600" strike="noStrike" u="none">
                <a:solidFill>
                  <a:schemeClr val="dk1"/>
                </a:solidFill>
                <a:effectLst/>
                <a:uFillTx/>
                <a:latin typeface="Calibri"/>
              </a:rPr>
              <a:t>	</a:t>
            </a:r>
            <a:r>
              <a:rPr b="0" lang="en-US" sz="1600" strike="noStrike" u="none">
                <a:solidFill>
                  <a:schemeClr val="dk1"/>
                </a:solidFill>
                <a:effectLst/>
                <a:uFillTx/>
                <a:latin typeface="Calibri"/>
              </a:rPr>
              <a:t>	</a:t>
            </a:r>
            <a:r>
              <a:rPr b="0" lang="en-US" sz="1600" strike="noStrike" u="none">
                <a:solidFill>
                  <a:schemeClr val="dk1"/>
                </a:solidFill>
                <a:effectLst/>
                <a:uFillTx/>
                <a:latin typeface="Calibri"/>
              </a:rPr>
              <a:t>Parent</a:t>
            </a:r>
            <a:endParaRPr b="0" lang="en-US" sz="16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a:solidFill>
                  <a:schemeClr val="dk1"/>
                </a:solidFill>
                <a:effectLst/>
                <a:uFillTx/>
                <a:latin typeface="Calibri Light"/>
              </a:rPr>
              <a:t>POSIX Threads API</a:t>
            </a:r>
            <a:r>
              <a:rPr b="0" lang="en-US" sz="4400" strike="noStrike" u="none">
                <a:solidFill>
                  <a:schemeClr val="dk1"/>
                </a:solidFill>
                <a:effectLst/>
                <a:uFillTx/>
                <a:latin typeface="Calibri Light"/>
              </a:rPr>
              <a:t> (2)</a:t>
            </a:r>
            <a:endParaRPr b="0" lang="en-US" sz="4400" strike="noStrike" u="none">
              <a:solidFill>
                <a:schemeClr val="dk1"/>
              </a:solidFill>
              <a:effectLst/>
              <a:uFillTx/>
              <a:latin typeface="Calibri"/>
            </a:endParaRPr>
          </a:p>
        </p:txBody>
      </p:sp>
      <p:sp>
        <p:nvSpPr>
          <p:cNvPr id="112" name="PlaceHolder 2"/>
          <p:cNvSpPr>
            <a:spLocks noGrp="1"/>
          </p:cNvSpPr>
          <p:nvPr>
            <p:ph/>
          </p:nvPr>
        </p:nvSpPr>
        <p:spPr>
          <a:xfrm>
            <a:off x="609480" y="1981080"/>
            <a:ext cx="10972440" cy="432720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ff0066"/>
              </a:buClr>
              <a:buFont typeface="Arial"/>
              <a:buChar char="•"/>
            </a:pPr>
            <a:r>
              <a:rPr b="0" lang="he-IL" sz="2800" strike="noStrike" u="sng">
                <a:solidFill>
                  <a:srgbClr val="ff0066"/>
                </a:solidFill>
                <a:effectLst/>
                <a:uFillTx/>
                <a:latin typeface="Calibri"/>
              </a:rPr>
              <a:t>סיום תהליכון:</a:t>
            </a:r>
            <a:r>
              <a:rPr b="0" lang="en-US" sz="2800" strike="noStrike" u="none">
                <a:solidFill>
                  <a:srgbClr val="0000ff"/>
                </a:solidFill>
                <a:effectLst/>
                <a:uFillTx/>
                <a:latin typeface="Calibri"/>
              </a:rPr>
              <a:t>pthread_exit</a:t>
            </a:r>
            <a:r>
              <a:rPr b="0" lang="en-US" sz="2800" strike="noStrike" u="none">
                <a:solidFill>
                  <a:srgbClr val="0000ff"/>
                </a:solidFill>
                <a:effectLst/>
                <a:uFillTx/>
                <a:latin typeface="Calibri"/>
              </a:rPr>
              <a:t>()</a:t>
            </a:r>
            <a:r>
              <a:rPr b="0" lang="en-US" sz="2800" strike="noStrike" u="none">
                <a:solidFill>
                  <a:schemeClr val="dk1"/>
                </a:solidFill>
                <a:effectLst/>
                <a:uFillTx/>
                <a:latin typeface="Calibri"/>
              </a:rPr>
              <a:t>  - התהליכון הקורא מסיים את פעולתו. ערך הסיום יוחזר לתהליכון שימתין לסיום תהליכון זה.</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sng">
                <a:solidFill>
                  <a:schemeClr val="dk1"/>
                </a:solidFill>
                <a:effectLst/>
                <a:uFillTx/>
                <a:latin typeface="Calibri"/>
              </a:rPr>
              <a:t>תחביר:</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None/>
              <a:tabLst>
                <a:tab algn="l" pos="0"/>
              </a:tabLst>
            </a:pPr>
            <a:r>
              <a:rPr b="0" lang="en-US" sz="2400" strike="noStrike" u="none">
                <a:solidFill>
                  <a:srgbClr val="0000ff"/>
                </a:solidFill>
                <a:effectLst/>
                <a:uFillTx/>
                <a:latin typeface="Calibri"/>
              </a:rPr>
              <a:t>void pthread_exit(void *retval)</a:t>
            </a:r>
            <a:r>
              <a:rPr b="0" lang="en-US" sz="2400" strike="noStrike" u="none">
                <a:solidFill>
                  <a:srgbClr val="0000ff"/>
                </a:solidFill>
                <a:effectLst/>
                <a:uFillTx/>
                <a:latin typeface="Calibri"/>
              </a:rPr>
              <a:t>;</a:t>
            </a:r>
            <a:endParaRPr b="0" lang="en-US" sz="24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tabLst>
                <a:tab algn="l" pos="0"/>
              </a:tabLst>
            </a:pPr>
            <a:r>
              <a:rPr b="0" lang="he-IL" sz="2800" strike="noStrike" u="sng">
                <a:solidFill>
                  <a:schemeClr val="dk1"/>
                </a:solidFill>
                <a:effectLst/>
                <a:uFillTx/>
                <a:latin typeface="Calibri"/>
              </a:rPr>
              <a:t>פרמטרים:</a:t>
            </a:r>
            <a:endParaRPr b="0" lang="en-US" sz="2800" strike="noStrike" u="none">
              <a:solidFill>
                <a:schemeClr val="dk1"/>
              </a:solidFill>
              <a:effectLst/>
              <a:uFillTx/>
              <a:latin typeface="Calibri"/>
            </a:endParaRPr>
          </a:p>
          <a:p>
            <a:pPr lvl="1" marL="685800" indent="-228600" algn="r" defTabSz="914400" rtl="1">
              <a:lnSpc>
                <a:spcPct val="90000"/>
              </a:lnSpc>
              <a:spcBef>
                <a:spcPts val="499"/>
              </a:spcBef>
              <a:buClr>
                <a:srgbClr val="0000ff"/>
              </a:buClr>
              <a:buFont typeface="Arial"/>
              <a:buChar char="•"/>
              <a:tabLst>
                <a:tab algn="l" pos="0"/>
              </a:tabLst>
            </a:pPr>
            <a:r>
              <a:rPr b="0" lang="en-US" sz="2400" strike="noStrike" u="none">
                <a:solidFill>
                  <a:srgbClr val="0000ff"/>
                </a:solidFill>
                <a:effectLst/>
                <a:uFillTx/>
                <a:latin typeface="Calibri"/>
              </a:rPr>
              <a:t>retval</a:t>
            </a:r>
            <a:r>
              <a:rPr b="0" lang="en-US" sz="2400" strike="noStrike" u="none">
                <a:solidFill>
                  <a:schemeClr val="dk1"/>
                </a:solidFill>
                <a:effectLst/>
                <a:uFillTx/>
                <a:latin typeface="Calibri"/>
              </a:rPr>
              <a:t> – ערך סיום (בדומה לזה של </a:t>
            </a:r>
            <a:r>
              <a:rPr b="0" lang="en-US" sz="2400" strike="noStrike" u="none">
                <a:solidFill>
                  <a:schemeClr val="dk1"/>
                </a:solidFill>
                <a:effectLst/>
                <a:uFillTx/>
                <a:latin typeface="Calibri"/>
              </a:rPr>
              <a:t>exit</a:t>
            </a:r>
            <a:r>
              <a:rPr b="0" lang="en-US" sz="2400" strike="noStrike" u="none">
                <a:solidFill>
                  <a:schemeClr val="dk1"/>
                </a:solidFill>
                <a:effectLst/>
                <a:uFillTx/>
                <a:latin typeface="Calibri"/>
              </a:rPr>
              <a:t>())</a:t>
            </a:r>
            <a:endParaRPr b="0" lang="en-US" sz="24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tabLst>
                <a:tab algn="l" pos="0"/>
              </a:tabLst>
            </a:pPr>
            <a:r>
              <a:rPr b="0" lang="he-IL" sz="2800" strike="noStrike" u="sng">
                <a:solidFill>
                  <a:schemeClr val="dk1"/>
                </a:solidFill>
                <a:effectLst/>
                <a:uFillTx/>
                <a:latin typeface="Calibri"/>
              </a:rPr>
              <a:t>ערך מוחזר</a:t>
            </a:r>
            <a:r>
              <a:rPr b="0" lang="en-US" sz="2800" strike="noStrike" u="none">
                <a:solidFill>
                  <a:schemeClr val="dk1"/>
                </a:solidFill>
                <a:effectLst/>
                <a:uFillTx/>
                <a:latin typeface="Calibri"/>
              </a:rPr>
              <a:t>: אין</a:t>
            </a:r>
            <a:endParaRPr b="0" lang="en-US" sz="2800" strike="noStrike" u="none">
              <a:solidFill>
                <a:schemeClr val="dk1"/>
              </a:solidFill>
              <a:effectLst/>
              <a:uFillTx/>
              <a:latin typeface="Calibri"/>
            </a:endParaRPr>
          </a:p>
          <a:p>
            <a:pPr lvl="1" marL="685800" indent="-228600" algn="r" defTabSz="914400" rtl="1">
              <a:lnSpc>
                <a:spcPct val="90000"/>
              </a:lnSpc>
              <a:spcBef>
                <a:spcPts val="499"/>
              </a:spcBef>
              <a:buClr>
                <a:srgbClr val="ff0066"/>
              </a:buClr>
              <a:buSzPct val="120000"/>
              <a:buFont typeface="Symbol" charset="2"/>
              <a:buChar char=""/>
              <a:tabLst>
                <a:tab algn="l" pos="0"/>
              </a:tabLst>
            </a:pPr>
            <a:r>
              <a:rPr b="0" lang="he-IL" sz="2400" strike="noStrike" u="none">
                <a:solidFill>
                  <a:schemeClr val="dk1"/>
                </a:solidFill>
                <a:effectLst/>
                <a:uFillTx/>
                <a:latin typeface="Calibri"/>
              </a:rPr>
              <a:t>סיום פעולת התהליכון הראשי ע"י </a:t>
            </a:r>
            <a:r>
              <a:rPr b="0" lang="en-US" sz="2400" strike="noStrike" u="none">
                <a:solidFill>
                  <a:schemeClr val="dk1"/>
                </a:solidFill>
                <a:effectLst/>
                <a:uFillTx/>
                <a:latin typeface="Calibri"/>
              </a:rPr>
              <a:t>pthread_exit</a:t>
            </a:r>
            <a:r>
              <a:rPr b="0" lang="en-US" sz="2400" strike="noStrike" u="none">
                <a:solidFill>
                  <a:schemeClr val="dk1"/>
                </a:solidFill>
                <a:effectLst/>
                <a:uFillTx/>
                <a:latin typeface="Calibri"/>
              </a:rPr>
              <a:t>() </a:t>
            </a:r>
            <a:r>
              <a:rPr b="1" lang="he-IL" sz="2400" strike="noStrike" u="sng">
                <a:solidFill>
                  <a:schemeClr val="dk1"/>
                </a:solidFill>
                <a:effectLst/>
                <a:uFillTx/>
                <a:latin typeface="Calibri"/>
              </a:rPr>
              <a:t>אינו</a:t>
            </a:r>
            <a:r>
              <a:rPr b="0" lang="en-US" sz="2400" strike="noStrike" u="none">
                <a:solidFill>
                  <a:schemeClr val="dk1"/>
                </a:solidFill>
                <a:effectLst/>
                <a:uFillTx/>
                <a:latin typeface="Calibri"/>
              </a:rPr>
              <a:t> מסיים את כל התהליכונים בתהליך.</a:t>
            </a:r>
            <a:endParaRPr b="0" lang="en-US" sz="2400" strike="noStrike" u="none">
              <a:solidFill>
                <a:schemeClr val="dk1"/>
              </a:solidFill>
              <a:effectLst/>
              <a:uFillTx/>
              <a:latin typeface="Calibri"/>
            </a:endParaRPr>
          </a:p>
        </p:txBody>
      </p:sp>
      <p:pic>
        <p:nvPicPr>
          <p:cNvPr id="113" name="Picture 4" descr="j0154370[1]"/>
          <p:cNvPicPr/>
          <p:nvPr/>
        </p:nvPicPr>
        <p:blipFill>
          <a:blip r:embed="rId1"/>
          <a:stretch/>
        </p:blipFill>
        <p:spPr>
          <a:xfrm>
            <a:off x="533520" y="411120"/>
            <a:ext cx="1549080" cy="136188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a:solidFill>
                  <a:schemeClr val="dk1"/>
                </a:solidFill>
                <a:effectLst/>
                <a:uFillTx/>
                <a:latin typeface="Calibri Light"/>
              </a:rPr>
              <a:t>POSIX Threads API</a:t>
            </a:r>
            <a:r>
              <a:rPr b="0" lang="en-US" sz="4400" strike="noStrike" u="none">
                <a:solidFill>
                  <a:schemeClr val="dk1"/>
                </a:solidFill>
                <a:effectLst/>
                <a:uFillTx/>
                <a:latin typeface="Calibri Light"/>
              </a:rPr>
              <a:t> (3)</a:t>
            </a:r>
            <a:endParaRPr b="0" lang="en-US" sz="4400" strike="noStrike" u="none">
              <a:solidFill>
                <a:schemeClr val="dk1"/>
              </a:solidFill>
              <a:effectLst/>
              <a:uFillTx/>
              <a:latin typeface="Calibri"/>
            </a:endParaRPr>
          </a:p>
        </p:txBody>
      </p:sp>
      <p:sp>
        <p:nvSpPr>
          <p:cNvPr id="115" name="PlaceHolder 2"/>
          <p:cNvSpPr>
            <a:spLocks noGrp="1"/>
          </p:cNvSpPr>
          <p:nvPr>
            <p:ph/>
          </p:nvPr>
        </p:nvSpPr>
        <p:spPr>
          <a:xfrm>
            <a:off x="609480" y="1981080"/>
            <a:ext cx="10972440" cy="447156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תהליכון יכול להסתיים כתוצאה ממספר אפשרויות שונות:</a:t>
            </a:r>
            <a:endParaRPr b="0" lang="en-US" sz="28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he-IL" sz="2400" strike="noStrike" u="none">
                <a:solidFill>
                  <a:schemeClr val="dk1"/>
                </a:solidFill>
                <a:effectLst/>
                <a:uFillTx/>
                <a:latin typeface="Calibri"/>
              </a:rPr>
              <a:t>חזרה מהפונקציה הראשית של התהליכון</a:t>
            </a:r>
            <a:endParaRPr b="0" lang="en-US" sz="24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he-IL" sz="2400" strike="noStrike" u="none">
                <a:solidFill>
                  <a:schemeClr val="dk1"/>
                </a:solidFill>
                <a:effectLst/>
                <a:uFillTx/>
                <a:latin typeface="Calibri"/>
              </a:rPr>
              <a:t>קריאה ל-</a:t>
            </a:r>
            <a:r>
              <a:rPr b="0" lang="en-US" sz="2400" strike="noStrike" u="none">
                <a:solidFill>
                  <a:schemeClr val="dk1"/>
                </a:solidFill>
                <a:effectLst/>
                <a:uFillTx/>
                <a:latin typeface="Calibri"/>
              </a:rPr>
              <a:t>pthread_exit</a:t>
            </a:r>
            <a:r>
              <a:rPr b="0" lang="en-US" sz="2400" strike="noStrike" u="none">
                <a:solidFill>
                  <a:schemeClr val="dk1"/>
                </a:solidFill>
                <a:effectLst/>
                <a:uFillTx/>
                <a:latin typeface="Calibri"/>
              </a:rPr>
              <a:t>() בתוך קוד התהליכון</a:t>
            </a:r>
            <a:endParaRPr b="0" lang="en-US" sz="24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he-IL" sz="2400" strike="noStrike" u="none">
                <a:solidFill>
                  <a:schemeClr val="dk1"/>
                </a:solidFill>
                <a:effectLst/>
                <a:uFillTx/>
                <a:latin typeface="Calibri"/>
              </a:rPr>
              <a:t>קריאה ל-</a:t>
            </a:r>
            <a:r>
              <a:rPr b="0" lang="en-US" sz="2400" strike="noStrike" u="none">
                <a:solidFill>
                  <a:schemeClr val="dk1"/>
                </a:solidFill>
                <a:effectLst/>
                <a:uFillTx/>
                <a:latin typeface="Calibri"/>
              </a:rPr>
              <a:t>exit</a:t>
            </a:r>
            <a:r>
              <a:rPr b="0" lang="en-US" sz="2400" strike="noStrike" u="none">
                <a:solidFill>
                  <a:schemeClr val="dk1"/>
                </a:solidFill>
                <a:effectLst/>
                <a:uFillTx/>
                <a:latin typeface="Calibri"/>
              </a:rPr>
              <a:t>()  ע"י תהליכון כלשהו בקבוצה של התהליכון המדובר (כולל סיום "טבעי" של התהליכון הראשי)</a:t>
            </a:r>
            <a:endParaRPr b="0" lang="en-US" sz="24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he-IL" sz="2400" strike="noStrike" u="none">
                <a:solidFill>
                  <a:schemeClr val="dk1"/>
                </a:solidFill>
                <a:effectLst/>
                <a:uFillTx/>
                <a:latin typeface="Calibri"/>
              </a:rPr>
              <a:t>הריגת התהליכון ע"י קריאה ל-</a:t>
            </a:r>
            <a:r>
              <a:rPr b="0" lang="en-US" sz="2400" strike="noStrike" u="none">
                <a:solidFill>
                  <a:schemeClr val="dk1"/>
                </a:solidFill>
                <a:effectLst/>
                <a:uFillTx/>
                <a:latin typeface="Calibri"/>
              </a:rPr>
              <a:t>pthread_cancel</a:t>
            </a:r>
            <a:r>
              <a:rPr b="0" lang="en-US" sz="2400" strike="noStrike" u="none">
                <a:solidFill>
                  <a:schemeClr val="dk1"/>
                </a:solidFill>
                <a:effectLst/>
                <a:uFillTx/>
                <a:latin typeface="Calibri"/>
              </a:rPr>
              <a:t>() מתהליכון אחר כלשהו ביישום</a:t>
            </a:r>
            <a:endParaRPr b="0" lang="en-US" sz="2400" strike="noStrike" u="none">
              <a:solidFill>
                <a:schemeClr val="dk1"/>
              </a:solidFill>
              <a:effectLst/>
              <a:uFillTx/>
              <a:latin typeface="Calibri"/>
            </a:endParaRPr>
          </a:p>
        </p:txBody>
      </p:sp>
      <p:pic>
        <p:nvPicPr>
          <p:cNvPr id="116" name="Picture 4" descr="j0154370[1]"/>
          <p:cNvPicPr/>
          <p:nvPr/>
        </p:nvPicPr>
        <p:blipFill>
          <a:blip r:embed="rId1"/>
          <a:stretch/>
        </p:blipFill>
        <p:spPr>
          <a:xfrm>
            <a:off x="533520" y="411120"/>
            <a:ext cx="1549080" cy="136188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a:solidFill>
                  <a:schemeClr val="dk1"/>
                </a:solidFill>
                <a:effectLst/>
                <a:uFillTx/>
                <a:latin typeface="Calibri Light"/>
              </a:rPr>
              <a:t>POSIX Threads API</a:t>
            </a:r>
            <a:r>
              <a:rPr b="0" lang="en-US" sz="4400" strike="noStrike" u="none">
                <a:solidFill>
                  <a:schemeClr val="dk1"/>
                </a:solidFill>
                <a:effectLst/>
                <a:uFillTx/>
                <a:latin typeface="Calibri Light"/>
              </a:rPr>
              <a:t> (4)</a:t>
            </a:r>
            <a:endParaRPr b="0" lang="en-US" sz="4400" strike="noStrike" u="none">
              <a:solidFill>
                <a:schemeClr val="dk1"/>
              </a:solidFill>
              <a:effectLst/>
              <a:uFillTx/>
              <a:latin typeface="Calibri"/>
            </a:endParaRPr>
          </a:p>
        </p:txBody>
      </p:sp>
      <p:sp>
        <p:nvSpPr>
          <p:cNvPr id="118" name="PlaceHolder 2"/>
          <p:cNvSpPr>
            <a:spLocks noGrp="1"/>
          </p:cNvSpPr>
          <p:nvPr>
            <p:ph/>
          </p:nvPr>
        </p:nvSpPr>
        <p:spPr>
          <a:xfrm>
            <a:off x="624240" y="1844640"/>
            <a:ext cx="11160720" cy="468756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ff0066"/>
              </a:buClr>
              <a:buFont typeface="Arial"/>
              <a:buChar char="•"/>
            </a:pPr>
            <a:r>
              <a:rPr b="0" lang="he-IL" sz="2800" strike="noStrike" u="sng">
                <a:solidFill>
                  <a:srgbClr val="ff0066"/>
                </a:solidFill>
                <a:effectLst/>
                <a:uFillTx/>
                <a:latin typeface="Calibri"/>
              </a:rPr>
              <a:t>המתנה לסיום תהליכון:</a:t>
            </a:r>
            <a:r>
              <a:rPr b="0" lang="en-US" sz="2800" strike="noStrike" u="none">
                <a:solidFill>
                  <a:schemeClr val="dk1"/>
                </a:solidFill>
                <a:effectLst/>
                <a:uFillTx/>
                <a:latin typeface="Calibri"/>
              </a:rPr>
              <a:t> </a:t>
            </a:r>
            <a:r>
              <a:rPr b="0" lang="en-US" sz="2800" strike="noStrike" u="none">
                <a:solidFill>
                  <a:srgbClr val="0000ff"/>
                </a:solidFill>
                <a:effectLst/>
                <a:uFillTx/>
                <a:latin typeface="Calibri"/>
              </a:rPr>
              <a:t>pthread_join</a:t>
            </a:r>
            <a:r>
              <a:rPr b="0" lang="en-US" sz="2800" strike="noStrike" u="none">
                <a:solidFill>
                  <a:srgbClr val="0000ff"/>
                </a:solidFill>
                <a:effectLst/>
                <a:uFillTx/>
                <a:latin typeface="Calibri"/>
              </a:rPr>
              <a:t>()</a:t>
            </a:r>
            <a:r>
              <a:rPr b="0" lang="en-US" sz="2800" strike="noStrike" u="none">
                <a:solidFill>
                  <a:schemeClr val="dk1"/>
                </a:solidFill>
                <a:effectLst/>
                <a:uFillTx/>
                <a:latin typeface="Calibri"/>
              </a:rPr>
              <a:t> - התהליכון הקורא ממתין לסיום התהליכון המזוהה ע"י </a:t>
            </a:r>
            <a:r>
              <a:rPr b="0" lang="en-US" sz="2800" strike="noStrike" u="none">
                <a:solidFill>
                  <a:schemeClr val="dk1"/>
                </a:solidFill>
                <a:effectLst/>
                <a:uFillTx/>
                <a:latin typeface="Calibri"/>
              </a:rPr>
              <a:t>th</a:t>
            </a:r>
            <a:r>
              <a:rPr b="0" lang="en-US" sz="2800" strike="noStrike" u="none">
                <a:solidFill>
                  <a:schemeClr val="dk1"/>
                </a:solidFill>
                <a:effectLst/>
                <a:uFillTx/>
                <a:latin typeface="Calibri"/>
              </a:rPr>
              <a:t>. </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sng">
                <a:solidFill>
                  <a:schemeClr val="dk1"/>
                </a:solidFill>
                <a:effectLst/>
                <a:uFillTx/>
                <a:latin typeface="Calibri"/>
              </a:rPr>
              <a:t>תחביר:</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None/>
              <a:tabLst>
                <a:tab algn="l" pos="0"/>
              </a:tabLst>
            </a:pPr>
            <a:r>
              <a:rPr b="0" lang="en-US" sz="2800" strike="noStrike" u="none">
                <a:solidFill>
                  <a:srgbClr val="0000ff"/>
                </a:solidFill>
                <a:effectLst/>
                <a:uFillTx/>
                <a:latin typeface="Calibri"/>
              </a:rPr>
              <a:t>int pthread_join(pthread_t th, void **thread_return)</a:t>
            </a:r>
            <a:r>
              <a:rPr b="0" lang="en-US" sz="2800" strike="noStrike" u="none">
                <a:solidFill>
                  <a:srgbClr val="0000ff"/>
                </a:solidFill>
                <a:effectLst/>
                <a:uFillTx/>
                <a:latin typeface="Calibri"/>
              </a:rPr>
              <a:t>;</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tabLst>
                <a:tab algn="l" pos="0"/>
              </a:tabLst>
            </a:pPr>
            <a:r>
              <a:rPr b="0" lang="he-IL" sz="2800" strike="noStrike" u="sng">
                <a:solidFill>
                  <a:schemeClr val="dk1"/>
                </a:solidFill>
                <a:effectLst/>
                <a:uFillTx/>
                <a:latin typeface="Calibri"/>
              </a:rPr>
              <a:t>פרמטרים:</a:t>
            </a:r>
            <a:endParaRPr b="0" lang="en-US" sz="2800" strike="noStrike" u="none">
              <a:solidFill>
                <a:schemeClr val="dk1"/>
              </a:solidFill>
              <a:effectLst/>
              <a:uFillTx/>
              <a:latin typeface="Calibri"/>
            </a:endParaRPr>
          </a:p>
          <a:p>
            <a:pPr lvl="1" marL="685800" indent="-228600" algn="r" defTabSz="914400" rtl="1">
              <a:lnSpc>
                <a:spcPct val="90000"/>
              </a:lnSpc>
              <a:spcBef>
                <a:spcPts val="499"/>
              </a:spcBef>
              <a:buClr>
                <a:srgbClr val="0000ff"/>
              </a:buClr>
              <a:buFont typeface="Arial"/>
              <a:buChar char="•"/>
              <a:tabLst>
                <a:tab algn="l" pos="0"/>
              </a:tabLst>
            </a:pPr>
            <a:r>
              <a:rPr b="0" lang="en-US" sz="2400" strike="noStrike" u="none">
                <a:solidFill>
                  <a:srgbClr val="0000ff"/>
                </a:solidFill>
                <a:effectLst/>
                <a:uFillTx/>
                <a:latin typeface="Calibri"/>
              </a:rPr>
              <a:t>th</a:t>
            </a:r>
            <a:r>
              <a:rPr b="0" lang="en-US" sz="2400" strike="noStrike" u="none">
                <a:solidFill>
                  <a:schemeClr val="dk1"/>
                </a:solidFill>
                <a:effectLst/>
                <a:uFillTx/>
                <a:latin typeface="Calibri"/>
              </a:rPr>
              <a:t> – מזהה התהליכון שממתינים לסיומו</a:t>
            </a:r>
            <a:endParaRPr b="0" lang="en-US" sz="2400" strike="noStrike" u="none">
              <a:solidFill>
                <a:schemeClr val="dk1"/>
              </a:solidFill>
              <a:effectLst/>
              <a:uFillTx/>
              <a:latin typeface="Calibri"/>
            </a:endParaRPr>
          </a:p>
          <a:p>
            <a:pPr lvl="1" marL="685800" indent="-228600" algn="r" defTabSz="914400" rtl="1">
              <a:lnSpc>
                <a:spcPct val="90000"/>
              </a:lnSpc>
              <a:spcBef>
                <a:spcPts val="499"/>
              </a:spcBef>
              <a:buClr>
                <a:srgbClr val="0000ff"/>
              </a:buClr>
              <a:buFont typeface="Arial"/>
              <a:buChar char="•"/>
              <a:tabLst>
                <a:tab algn="l" pos="0"/>
              </a:tabLst>
            </a:pPr>
            <a:r>
              <a:rPr b="0" lang="en-US" sz="2400" strike="noStrike" u="none">
                <a:solidFill>
                  <a:srgbClr val="0000ff"/>
                </a:solidFill>
                <a:effectLst/>
                <a:uFillTx/>
                <a:latin typeface="Calibri"/>
              </a:rPr>
              <a:t>thread_return</a:t>
            </a:r>
            <a:r>
              <a:rPr b="0" lang="en-US" sz="2400" strike="noStrike" u="none">
                <a:solidFill>
                  <a:schemeClr val="dk1"/>
                </a:solidFill>
                <a:effectLst/>
                <a:uFillTx/>
                <a:latin typeface="Calibri"/>
              </a:rPr>
              <a:t> – מצביע למקום בו יאוחסן ערך הסיום של התהליכון עבורו ממתינים</a:t>
            </a:r>
            <a:endParaRPr b="0" lang="en-US" sz="2400" strike="noStrike" u="none">
              <a:solidFill>
                <a:schemeClr val="dk1"/>
              </a:solidFill>
              <a:effectLst/>
              <a:uFillTx/>
              <a:latin typeface="Calibri"/>
            </a:endParaRPr>
          </a:p>
          <a:p>
            <a:pPr lvl="2" marL="1143000" indent="-228600" algn="r" defTabSz="914400" rtl="1">
              <a:lnSpc>
                <a:spcPct val="90000"/>
              </a:lnSpc>
              <a:spcBef>
                <a:spcPts val="499"/>
              </a:spcBef>
              <a:buClr>
                <a:srgbClr val="000000"/>
              </a:buClr>
              <a:buFont typeface="Arial"/>
              <a:buChar char="•"/>
              <a:tabLst>
                <a:tab algn="l" pos="0"/>
              </a:tabLst>
            </a:pPr>
            <a:r>
              <a:rPr b="0" lang="he-IL" sz="2000" strike="noStrike" u="none">
                <a:solidFill>
                  <a:schemeClr val="dk1"/>
                </a:solidFill>
                <a:effectLst/>
                <a:uFillTx/>
                <a:latin typeface="Calibri"/>
              </a:rPr>
              <a:t>ניתן לציין </a:t>
            </a:r>
            <a:r>
              <a:rPr b="0" lang="en-US" sz="2000" strike="noStrike" u="none">
                <a:solidFill>
                  <a:schemeClr val="dk1"/>
                </a:solidFill>
                <a:effectLst/>
                <a:uFillTx/>
                <a:latin typeface="Calibri"/>
              </a:rPr>
              <a:t>NULL</a:t>
            </a:r>
            <a:r>
              <a:rPr b="0" lang="en-US" sz="2000" strike="noStrike" u="none">
                <a:solidFill>
                  <a:schemeClr val="dk1"/>
                </a:solidFill>
                <a:effectLst/>
                <a:uFillTx/>
                <a:latin typeface="Calibri"/>
              </a:rPr>
              <a:t> כדי להתעלם מערך הסיום</a:t>
            </a:r>
            <a:endParaRPr b="0" lang="en-US" sz="2000" strike="noStrike" u="none">
              <a:solidFill>
                <a:schemeClr val="dk1"/>
              </a:solidFill>
              <a:effectLst/>
              <a:uFillTx/>
              <a:latin typeface="Calibri"/>
            </a:endParaRPr>
          </a:p>
        </p:txBody>
      </p:sp>
      <p:pic>
        <p:nvPicPr>
          <p:cNvPr id="119" name="Picture 4" descr="j0154370[1]"/>
          <p:cNvPicPr/>
          <p:nvPr/>
        </p:nvPicPr>
        <p:blipFill>
          <a:blip r:embed="rId1"/>
          <a:stretch/>
        </p:blipFill>
        <p:spPr>
          <a:xfrm>
            <a:off x="533520" y="411120"/>
            <a:ext cx="1549080" cy="136188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p:nvPr>
        </p:nvSpPr>
        <p:spPr>
          <a:xfrm>
            <a:off x="239040" y="0"/>
            <a:ext cx="11952360" cy="6668640"/>
          </a:xfrm>
          <a:prstGeom prst="rect">
            <a:avLst/>
          </a:prstGeom>
          <a:noFill/>
          <a:ln w="0">
            <a:noFill/>
          </a:ln>
        </p:spPr>
        <p:txBody>
          <a:bodyPr lIns="91440" rIns="91440" tIns="45720" bIns="45720" anchor="t">
            <a:normAutofit lnSpcReduction="9999"/>
          </a:bodyPr>
          <a:p>
            <a:pPr marL="228600" indent="-228600" defTabSz="914400">
              <a:lnSpc>
                <a:spcPct val="80000"/>
              </a:lnSpc>
              <a:spcBef>
                <a:spcPts val="1001"/>
              </a:spcBef>
              <a:buNone/>
              <a:tabLst>
                <a:tab algn="l" pos="0"/>
              </a:tabLst>
            </a:pPr>
            <a:r>
              <a:rPr b="0" lang="en-US" sz="1500" strike="noStrike" u="none">
                <a:solidFill>
                  <a:schemeClr val="dk1"/>
                </a:solidFill>
                <a:effectLst/>
                <a:uFillTx/>
                <a:latin typeface="Calibri"/>
              </a:rPr>
              <a:t>void *print_message_function( void *ptr ) {</a:t>
            </a:r>
            <a:endParaRPr b="0" lang="en-US" sz="15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600" strike="noStrike" u="none">
                <a:solidFill>
                  <a:schemeClr val="dk1"/>
                </a:solidFill>
                <a:effectLst/>
                <a:uFillTx/>
                <a:latin typeface="Calibri"/>
              </a:rPr>
              <a:t>     </a:t>
            </a:r>
            <a:r>
              <a:rPr b="0" lang="en-US" sz="1700" strike="noStrike" u="none">
                <a:solidFill>
                  <a:schemeClr val="hlink"/>
                </a:solidFill>
                <a:effectLst/>
                <a:uFillTx/>
                <a:latin typeface="Calibri"/>
              </a:rPr>
              <a:t>char *message;</a:t>
            </a:r>
            <a:endParaRPr b="0" lang="en-US" sz="17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700" strike="noStrike" u="none">
                <a:solidFill>
                  <a:schemeClr val="hlink"/>
                </a:solidFill>
                <a:effectLst/>
                <a:uFillTx/>
                <a:latin typeface="Calibri"/>
              </a:rPr>
              <a:t>     message = (char *) ptr;</a:t>
            </a:r>
            <a:endParaRPr b="0" lang="en-US" sz="17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700" strike="noStrike" u="none">
                <a:solidFill>
                  <a:schemeClr val="hlink"/>
                </a:solidFill>
                <a:effectLst/>
                <a:uFillTx/>
                <a:latin typeface="Calibri"/>
              </a:rPr>
              <a:t>     printf("%s \n", message);</a:t>
            </a:r>
            <a:endParaRPr b="0" lang="en-US" sz="17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500" strike="noStrike" u="none">
                <a:solidFill>
                  <a:schemeClr val="dk1"/>
                </a:solidFill>
                <a:effectLst/>
                <a:uFillTx/>
                <a:latin typeface="Calibri"/>
              </a:rPr>
              <a:t>}</a:t>
            </a:r>
            <a:endParaRPr b="0" lang="en-US" sz="15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500" strike="noStrike" u="none">
                <a:solidFill>
                  <a:schemeClr val="dk1"/>
                </a:solidFill>
                <a:effectLst/>
                <a:uFillTx/>
                <a:latin typeface="Calibri"/>
              </a:rPr>
              <a:t>main() {</a:t>
            </a:r>
            <a:endParaRPr b="0" lang="en-US" sz="15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600" strike="noStrike" u="none">
                <a:solidFill>
                  <a:schemeClr val="dk1"/>
                </a:solidFill>
                <a:effectLst/>
                <a:uFillTx/>
                <a:latin typeface="Calibri"/>
              </a:rPr>
              <a:t>     </a:t>
            </a:r>
            <a:r>
              <a:rPr b="0" lang="en-US" sz="1700" strike="noStrike" u="none">
                <a:solidFill>
                  <a:schemeClr val="hlink"/>
                </a:solidFill>
                <a:effectLst/>
                <a:uFillTx/>
                <a:latin typeface="Calibri"/>
              </a:rPr>
              <a:t>pthread_t thread1, thread2;</a:t>
            </a:r>
            <a:endParaRPr b="0" lang="en-US" sz="17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700" strike="noStrike" u="none">
                <a:solidFill>
                  <a:schemeClr val="hlink"/>
                </a:solidFill>
                <a:effectLst/>
                <a:uFillTx/>
                <a:latin typeface="Calibri"/>
              </a:rPr>
              <a:t>     char *message1 = "Thread 1";</a:t>
            </a:r>
            <a:endParaRPr b="0" lang="en-US" sz="17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700" strike="noStrike" u="none">
                <a:solidFill>
                  <a:schemeClr val="hlink"/>
                </a:solidFill>
                <a:effectLst/>
                <a:uFillTx/>
                <a:latin typeface="Calibri"/>
              </a:rPr>
              <a:t>     char *message2 = "Thread 2";</a:t>
            </a:r>
            <a:endParaRPr b="0" lang="en-US" sz="17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300" strike="noStrike" u="none">
                <a:solidFill>
                  <a:schemeClr val="dk1"/>
                </a:solidFill>
                <a:effectLst/>
                <a:uFillTx/>
                <a:latin typeface="Calibri"/>
              </a:rPr>
              <a:t>/* Create independent threads each of which will execute function </a:t>
            </a:r>
            <a:endParaRPr b="0" lang="en-US" sz="13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1" lang="en-US" sz="1400" strike="noStrike" u="sng">
                <a:solidFill>
                  <a:schemeClr val="dk1"/>
                </a:solidFill>
                <a:effectLst/>
                <a:uFillTx/>
                <a:latin typeface="Calibri"/>
              </a:rPr>
              <a:t>&amp;thread1</a:t>
            </a:r>
            <a:r>
              <a:rPr b="0" lang="en-US" sz="1400" strike="noStrike" u="none">
                <a:solidFill>
                  <a:schemeClr val="dk1"/>
                </a:solidFill>
                <a:effectLst/>
                <a:uFillTx/>
                <a:latin typeface="Calibri"/>
              </a:rPr>
              <a:t> – </a:t>
            </a:r>
            <a:r>
              <a:rPr b="0" lang="he-IL" sz="1400" strike="noStrike" u="none">
                <a:solidFill>
                  <a:schemeClr val="dk1"/>
                </a:solidFill>
                <a:effectLst/>
                <a:uFillTx/>
                <a:latin typeface="Calibri"/>
              </a:rPr>
              <a:t>מספר התהליכון</a:t>
            </a:r>
            <a:r>
              <a:rPr b="0" lang="en-US" sz="1400" strike="noStrike" u="none">
                <a:solidFill>
                  <a:schemeClr val="dk1"/>
                </a:solidFill>
                <a:effectLst/>
                <a:uFillTx/>
                <a:latin typeface="Calibri"/>
              </a:rPr>
              <a:t>; </a:t>
            </a:r>
            <a:r>
              <a:rPr b="1" lang="en-US" sz="1400" strike="noStrike" u="sng">
                <a:solidFill>
                  <a:schemeClr val="dk1"/>
                </a:solidFill>
                <a:effectLst/>
                <a:uFillTx/>
                <a:latin typeface="Calibri"/>
              </a:rPr>
              <a:t>print_message_function</a:t>
            </a:r>
            <a:r>
              <a:rPr b="0" lang="en-US" sz="1400" strike="noStrike" u="none">
                <a:solidFill>
                  <a:schemeClr val="dk1"/>
                </a:solidFill>
                <a:effectLst/>
                <a:uFillTx/>
                <a:latin typeface="Calibri"/>
              </a:rPr>
              <a:t> – </a:t>
            </a:r>
            <a:r>
              <a:rPr b="0" lang="he-IL" sz="1400" strike="noStrike" u="none">
                <a:solidFill>
                  <a:schemeClr val="dk1"/>
                </a:solidFill>
                <a:effectLst/>
                <a:uFillTx/>
                <a:latin typeface="Calibri"/>
              </a:rPr>
              <a:t>מצביע לפונקציה שתופעל ע"י התהליכון</a:t>
            </a:r>
            <a:r>
              <a:rPr b="0" lang="en-US" sz="1400" strike="noStrike" u="none">
                <a:solidFill>
                  <a:schemeClr val="dk1"/>
                </a:solidFill>
                <a:effectLst/>
                <a:uFillTx/>
                <a:latin typeface="Calibri"/>
              </a:rPr>
              <a:t>;</a:t>
            </a:r>
            <a:endParaRPr b="0" lang="en-US" sz="14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400" strike="noStrike" u="none">
                <a:solidFill>
                  <a:schemeClr val="dk1"/>
                </a:solidFill>
                <a:effectLst/>
                <a:uFillTx/>
                <a:latin typeface="Calibri"/>
              </a:rPr>
              <a:t> </a:t>
            </a:r>
            <a:r>
              <a:rPr b="1" lang="en-US" sz="1400" strike="noStrike" u="sng">
                <a:solidFill>
                  <a:schemeClr val="dk1"/>
                </a:solidFill>
                <a:effectLst/>
                <a:uFillTx/>
                <a:latin typeface="Calibri"/>
              </a:rPr>
              <a:t>NULL</a:t>
            </a:r>
            <a:r>
              <a:rPr b="0" lang="en-US" sz="1400" strike="noStrike" u="none">
                <a:solidFill>
                  <a:schemeClr val="dk1"/>
                </a:solidFill>
                <a:effectLst/>
                <a:uFillTx/>
                <a:latin typeface="Calibri"/>
              </a:rPr>
              <a:t> – </a:t>
            </a:r>
            <a:r>
              <a:rPr b="0" lang="he-IL" sz="1400" strike="noStrike" u="none">
                <a:solidFill>
                  <a:schemeClr val="dk1"/>
                </a:solidFill>
                <a:effectLst/>
                <a:uFillTx/>
                <a:latin typeface="Calibri"/>
              </a:rPr>
              <a:t>מאפיינים, בד"כ זה</a:t>
            </a:r>
            <a:r>
              <a:rPr b="0" lang="en-US" sz="1400" strike="noStrike" u="none">
                <a:solidFill>
                  <a:schemeClr val="dk1"/>
                </a:solidFill>
                <a:effectLst/>
                <a:uFillTx/>
                <a:latin typeface="Calibri"/>
              </a:rPr>
              <a:t>; </a:t>
            </a:r>
            <a:r>
              <a:rPr b="1" lang="en-US" sz="1400" strike="noStrike" u="sng">
                <a:solidFill>
                  <a:schemeClr val="dk1"/>
                </a:solidFill>
                <a:effectLst/>
                <a:uFillTx/>
                <a:latin typeface="Calibri"/>
              </a:rPr>
              <a:t>(void*) message1</a:t>
            </a:r>
            <a:r>
              <a:rPr b="0" lang="en-US" sz="1400" strike="noStrike" u="none">
                <a:solidFill>
                  <a:schemeClr val="dk1"/>
                </a:solidFill>
                <a:effectLst/>
                <a:uFillTx/>
                <a:latin typeface="Calibri"/>
              </a:rPr>
              <a:t> – </a:t>
            </a:r>
            <a:r>
              <a:rPr b="0" lang="he-IL" sz="1400" strike="noStrike" u="none">
                <a:solidFill>
                  <a:schemeClr val="dk1"/>
                </a:solidFill>
                <a:effectLst/>
                <a:uFillTx/>
                <a:latin typeface="Calibri"/>
              </a:rPr>
              <a:t>הארגומנט שיועבר לפונקציה שתופעל ע"י התהליכון</a:t>
            </a:r>
            <a:r>
              <a:rPr b="0" lang="en-US" sz="1400" strike="noStrike" u="none">
                <a:solidFill>
                  <a:schemeClr val="dk1"/>
                </a:solidFill>
                <a:effectLst/>
                <a:uFillTx/>
                <a:latin typeface="Calibri"/>
              </a:rPr>
              <a:t> </a:t>
            </a:r>
            <a:r>
              <a:rPr b="0" lang="en-US" sz="1400" strike="noStrike" u="none">
                <a:solidFill>
                  <a:schemeClr val="dk1"/>
                </a:solidFill>
                <a:effectLst/>
                <a:uFillTx/>
                <a:latin typeface="Calibri"/>
              </a:rPr>
              <a:t>*/</a:t>
            </a:r>
            <a:endParaRPr b="0" lang="en-US" sz="14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400" strike="noStrike" u="none">
                <a:solidFill>
                  <a:schemeClr val="dk1"/>
                </a:solidFill>
                <a:effectLst/>
                <a:uFillTx/>
                <a:latin typeface="Calibri"/>
              </a:rPr>
              <a:t>      </a:t>
            </a:r>
            <a:r>
              <a:rPr b="0" lang="en-US" sz="1700" strike="noStrike" u="none">
                <a:solidFill>
                  <a:schemeClr val="hlink"/>
                </a:solidFill>
                <a:effectLst/>
                <a:uFillTx/>
                <a:latin typeface="Calibri"/>
              </a:rPr>
              <a:t>iret1 = pthread_create( &amp;thread1, NULL, print_message_function, (void*) message1);</a:t>
            </a:r>
            <a:endParaRPr b="0" lang="en-US" sz="17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700" strike="noStrike" u="none">
                <a:solidFill>
                  <a:schemeClr val="hlink"/>
                </a:solidFill>
                <a:effectLst/>
                <a:uFillTx/>
                <a:latin typeface="Calibri"/>
              </a:rPr>
              <a:t>     iret2 += pthread_create( &amp;thread2, NULL, print_message_function, (void*) message2);</a:t>
            </a:r>
            <a:endParaRPr b="0" lang="en-US" sz="17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400" strike="noStrike" u="none">
                <a:solidFill>
                  <a:schemeClr val="dk1"/>
                </a:solidFill>
                <a:effectLst/>
                <a:uFillTx/>
                <a:latin typeface="Calibri"/>
              </a:rPr>
              <a:t>     </a:t>
            </a:r>
            <a:r>
              <a:rPr b="0" lang="en-US" sz="1300" strike="noStrike" u="none">
                <a:solidFill>
                  <a:schemeClr val="dk1"/>
                </a:solidFill>
                <a:effectLst/>
                <a:uFillTx/>
                <a:latin typeface="Calibri"/>
              </a:rPr>
              <a:t>/* Wait till threads are complete before main continues. Unless we  */</a:t>
            </a:r>
            <a:endParaRPr b="0" lang="en-US" sz="13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300" strike="noStrike" u="none">
                <a:solidFill>
                  <a:schemeClr val="dk1"/>
                </a:solidFill>
                <a:effectLst/>
                <a:uFillTx/>
                <a:latin typeface="Calibri"/>
              </a:rPr>
              <a:t>     /* wait we run the risk of executing an exit which will terminate   */</a:t>
            </a:r>
            <a:endParaRPr b="0" lang="en-US" sz="13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300" strike="noStrike" u="none">
                <a:solidFill>
                  <a:schemeClr val="dk1"/>
                </a:solidFill>
                <a:effectLst/>
                <a:uFillTx/>
                <a:latin typeface="Calibri"/>
              </a:rPr>
              <a:t>     /* the process and all threads before the threads have completed.   */</a:t>
            </a:r>
            <a:endParaRPr b="0" lang="en-US" sz="13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400" strike="noStrike" u="none">
                <a:solidFill>
                  <a:schemeClr val="dk1"/>
                </a:solidFill>
                <a:effectLst/>
                <a:uFillTx/>
                <a:latin typeface="Calibri"/>
              </a:rPr>
              <a:t>/*</a:t>
            </a:r>
            <a:r>
              <a:rPr b="1" lang="en-US" sz="1400" strike="noStrike" u="sng">
                <a:solidFill>
                  <a:schemeClr val="dk1"/>
                </a:solidFill>
                <a:effectLst/>
                <a:uFillTx/>
                <a:latin typeface="Calibri"/>
              </a:rPr>
              <a:t>pthread_join</a:t>
            </a:r>
            <a:r>
              <a:rPr b="0" lang="en-US" sz="1400" strike="noStrike" u="none">
                <a:solidFill>
                  <a:schemeClr val="dk1"/>
                </a:solidFill>
                <a:effectLst/>
                <a:uFillTx/>
                <a:latin typeface="Calibri"/>
              </a:rPr>
              <a:t>– </a:t>
            </a:r>
            <a:r>
              <a:rPr b="0" lang="he-IL" sz="1400" strike="noStrike" u="none">
                <a:solidFill>
                  <a:schemeClr val="dk1"/>
                </a:solidFill>
                <a:effectLst/>
                <a:uFillTx/>
                <a:latin typeface="Calibri"/>
              </a:rPr>
              <a:t>המתן לתהליכון</a:t>
            </a:r>
            <a:r>
              <a:rPr b="0" lang="en-US" sz="1400" strike="noStrike" u="none">
                <a:solidFill>
                  <a:schemeClr val="dk1"/>
                </a:solidFill>
                <a:effectLst/>
                <a:uFillTx/>
                <a:latin typeface="Calibri"/>
              </a:rPr>
              <a:t>; </a:t>
            </a:r>
            <a:r>
              <a:rPr b="1" lang="en-US" sz="1400" strike="noStrike" u="sng">
                <a:solidFill>
                  <a:schemeClr val="dk1"/>
                </a:solidFill>
                <a:effectLst/>
                <a:uFillTx/>
                <a:latin typeface="Calibri"/>
              </a:rPr>
              <a:t>thread1</a:t>
            </a:r>
            <a:r>
              <a:rPr b="0" lang="en-US" sz="1400" strike="noStrike" u="none">
                <a:solidFill>
                  <a:schemeClr val="dk1"/>
                </a:solidFill>
                <a:effectLst/>
                <a:uFillTx/>
                <a:latin typeface="Calibri"/>
              </a:rPr>
              <a:t> – </a:t>
            </a:r>
            <a:r>
              <a:rPr b="0" lang="he-IL" sz="1400" strike="noStrike" u="none">
                <a:solidFill>
                  <a:schemeClr val="dk1"/>
                </a:solidFill>
                <a:effectLst/>
                <a:uFillTx/>
                <a:latin typeface="Calibri"/>
              </a:rPr>
              <a:t>התהליכון שלו ממתינים</a:t>
            </a:r>
            <a:r>
              <a:rPr b="0" lang="en-US" sz="1400" strike="noStrike" u="none">
                <a:solidFill>
                  <a:schemeClr val="dk1"/>
                </a:solidFill>
                <a:effectLst/>
                <a:uFillTx/>
                <a:latin typeface="Calibri"/>
              </a:rPr>
              <a:t>; </a:t>
            </a:r>
            <a:r>
              <a:rPr b="1" lang="en-US" sz="1400" strike="noStrike" u="sng">
                <a:solidFill>
                  <a:schemeClr val="dk1"/>
                </a:solidFill>
                <a:effectLst/>
                <a:uFillTx/>
                <a:latin typeface="Calibri"/>
              </a:rPr>
              <a:t>NULL</a:t>
            </a:r>
            <a:r>
              <a:rPr b="0" lang="en-US" sz="1400" strike="noStrike" u="none">
                <a:solidFill>
                  <a:schemeClr val="dk1"/>
                </a:solidFill>
                <a:effectLst/>
                <a:uFillTx/>
                <a:latin typeface="Calibri"/>
              </a:rPr>
              <a:t> – </a:t>
            </a:r>
            <a:r>
              <a:rPr b="0" lang="he-IL" sz="1400" strike="noStrike" u="none">
                <a:solidFill>
                  <a:schemeClr val="dk1"/>
                </a:solidFill>
                <a:effectLst/>
                <a:uFillTx/>
                <a:latin typeface="Calibri"/>
              </a:rPr>
              <a:t>מתעלמים מערך הסיום של התהליכון</a:t>
            </a:r>
            <a:r>
              <a:rPr b="0" lang="en-US" sz="1400" strike="noStrike" u="none">
                <a:solidFill>
                  <a:schemeClr val="dk1"/>
                </a:solidFill>
                <a:effectLst/>
                <a:uFillTx/>
                <a:latin typeface="Calibri"/>
              </a:rPr>
              <a:t> </a:t>
            </a:r>
            <a:r>
              <a:rPr b="0" lang="en-US" sz="1400" strike="noStrike" u="none">
                <a:solidFill>
                  <a:schemeClr val="dk1"/>
                </a:solidFill>
                <a:effectLst/>
                <a:uFillTx/>
                <a:latin typeface="Calibri"/>
              </a:rPr>
              <a:t>*/</a:t>
            </a:r>
            <a:endParaRPr b="0" lang="en-US" sz="14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400" strike="noStrike" u="none">
                <a:solidFill>
                  <a:schemeClr val="dk1"/>
                </a:solidFill>
                <a:effectLst/>
                <a:uFillTx/>
                <a:latin typeface="Calibri"/>
              </a:rPr>
              <a:t>      </a:t>
            </a:r>
            <a:r>
              <a:rPr b="0" lang="en-US" sz="1700" strike="noStrike" u="none">
                <a:solidFill>
                  <a:schemeClr val="hlink"/>
                </a:solidFill>
                <a:effectLst/>
                <a:uFillTx/>
                <a:latin typeface="Calibri"/>
              </a:rPr>
              <a:t>pthread_join( thread1, NULL);</a:t>
            </a:r>
            <a:endParaRPr b="0" lang="en-US" sz="17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700" strike="noStrike" u="none">
                <a:solidFill>
                  <a:schemeClr val="hlink"/>
                </a:solidFill>
                <a:effectLst/>
                <a:uFillTx/>
                <a:latin typeface="Calibri"/>
              </a:rPr>
              <a:t>     pthread_join( thread2, NULL); </a:t>
            </a:r>
            <a:endParaRPr b="0" lang="en-US" sz="17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700" strike="noStrike" u="none">
                <a:solidFill>
                  <a:schemeClr val="hlink"/>
                </a:solidFill>
                <a:effectLst/>
                <a:uFillTx/>
                <a:latin typeface="Calibri"/>
              </a:rPr>
              <a:t>exit(0);</a:t>
            </a:r>
            <a:endParaRPr b="0" lang="en-US" sz="17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500" strike="noStrike" u="none">
                <a:solidFill>
                  <a:schemeClr val="dk1"/>
                </a:solidFill>
                <a:effectLst/>
                <a:uFillTx/>
                <a:latin typeface="Calibri"/>
              </a:rPr>
              <a:t>}</a:t>
            </a:r>
            <a:endParaRPr b="0" lang="en-US" sz="15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p:nvPr>
        </p:nvSpPr>
        <p:spPr>
          <a:xfrm>
            <a:off x="527040" y="836640"/>
            <a:ext cx="10972440" cy="4525560"/>
          </a:xfrm>
          <a:prstGeom prst="rect">
            <a:avLst/>
          </a:prstGeom>
          <a:noFill/>
          <a:ln w="0">
            <a:noFill/>
          </a:ln>
        </p:spPr>
        <p:txBody>
          <a:bodyPr lIns="91440" rIns="91440" tIns="45720" bIns="45720" anchor="t">
            <a:noAutofit/>
          </a:bodyPr>
          <a:p>
            <a:pPr marL="228600" indent="-228600" defTabSz="914400">
              <a:lnSpc>
                <a:spcPct val="90000"/>
              </a:lnSpc>
              <a:spcBef>
                <a:spcPts val="1001"/>
              </a:spcBef>
              <a:buNone/>
              <a:tabLst>
                <a:tab algn="l" pos="0"/>
              </a:tabLst>
            </a:pPr>
            <a:r>
              <a:rPr b="0" lang="en-US" sz="2800" strike="noStrike" u="none">
                <a:solidFill>
                  <a:schemeClr val="dk1"/>
                </a:solidFill>
                <a:effectLst/>
                <a:uFillTx/>
                <a:latin typeface="Calibri"/>
              </a:rPr>
              <a:t>Compile: </a:t>
            </a:r>
            <a:endParaRPr b="0" lang="en-US" sz="2800" strike="noStrike" u="none">
              <a:solidFill>
                <a:schemeClr val="dk1"/>
              </a:solidFill>
              <a:effectLst/>
              <a:uFillTx/>
              <a:latin typeface="Calibri"/>
            </a:endParaRPr>
          </a:p>
          <a:p>
            <a:pPr marL="228600" indent="-228600" defTabSz="914400">
              <a:lnSpc>
                <a:spcPct val="90000"/>
              </a:lnSpc>
              <a:spcBef>
                <a:spcPts val="1001"/>
              </a:spcBef>
              <a:buNone/>
              <a:tabLst>
                <a:tab algn="l" pos="0"/>
              </a:tabLst>
            </a:pPr>
            <a:r>
              <a:rPr b="0" lang="en-US" sz="2800" strike="noStrike" u="none">
                <a:solidFill>
                  <a:schemeClr val="dk1"/>
                </a:solidFill>
                <a:effectLst/>
                <a:uFillTx/>
                <a:latin typeface="Calibri"/>
              </a:rPr>
              <a:t>C compiler: gcc -pthread pthread1.c </a:t>
            </a:r>
            <a:br>
              <a:rPr sz="2800"/>
            </a:br>
            <a:br>
              <a:rPr sz="2800"/>
            </a:br>
            <a:r>
              <a:rPr b="0" lang="en-US" sz="2800" strike="noStrike" u="none">
                <a:solidFill>
                  <a:schemeClr val="dk1"/>
                </a:solidFill>
                <a:effectLst/>
                <a:uFillTx/>
                <a:latin typeface="Calibri"/>
              </a:rPr>
              <a:t>Run: ./a.out </a:t>
            </a:r>
            <a:br>
              <a:rPr sz="2800"/>
            </a:br>
            <a:r>
              <a:rPr b="0" lang="en-US" sz="2800" strike="noStrike" u="none">
                <a:solidFill>
                  <a:schemeClr val="dk1"/>
                </a:solidFill>
                <a:effectLst/>
                <a:uFillTx/>
                <a:latin typeface="Calibri"/>
              </a:rPr>
              <a:t>Results: </a:t>
            </a:r>
            <a:endParaRPr b="0" lang="en-US" sz="2800" strike="noStrike" u="none">
              <a:solidFill>
                <a:schemeClr val="dk1"/>
              </a:solidFill>
              <a:effectLst/>
              <a:uFillTx/>
              <a:latin typeface="Calibri"/>
            </a:endParaRPr>
          </a:p>
          <a:p>
            <a:pPr marL="1143000" indent="-228600" defTabSz="914400">
              <a:lnSpc>
                <a:spcPct val="90000"/>
              </a:lnSpc>
              <a:spcBef>
                <a:spcPts val="499"/>
              </a:spcBef>
              <a:buNone/>
              <a:tabLst>
                <a:tab algn="l" pos="0"/>
              </a:tabLst>
            </a:pPr>
            <a:r>
              <a:rPr b="0" lang="en-US" sz="2000" strike="noStrike" u="none">
                <a:solidFill>
                  <a:schemeClr val="dk1"/>
                </a:solidFill>
                <a:effectLst/>
                <a:uFillTx/>
                <a:latin typeface="Calibri"/>
              </a:rPr>
              <a:t>Thread 1</a:t>
            </a:r>
            <a:endParaRPr b="0" lang="en-US" sz="2000" strike="noStrike" u="none">
              <a:solidFill>
                <a:schemeClr val="dk1"/>
              </a:solidFill>
              <a:effectLst/>
              <a:uFillTx/>
              <a:latin typeface="Calibri"/>
            </a:endParaRPr>
          </a:p>
          <a:p>
            <a:pPr marL="1143000" indent="-228600" defTabSz="914400">
              <a:lnSpc>
                <a:spcPct val="90000"/>
              </a:lnSpc>
              <a:spcBef>
                <a:spcPts val="499"/>
              </a:spcBef>
              <a:buNone/>
              <a:tabLst>
                <a:tab algn="l" pos="0"/>
              </a:tabLst>
            </a:pPr>
            <a:r>
              <a:rPr b="0" lang="en-US" sz="2000" strike="noStrike" u="none">
                <a:solidFill>
                  <a:schemeClr val="dk1"/>
                </a:solidFill>
                <a:effectLst/>
                <a:uFillTx/>
                <a:latin typeface="Calibri"/>
              </a:rPr>
              <a:t>Thread 2</a:t>
            </a:r>
            <a:endParaRPr b="0" lang="en-US" sz="2000" strike="noStrike" u="none">
              <a:solidFill>
                <a:schemeClr val="dk1"/>
              </a:solidFill>
              <a:effectLst/>
              <a:uFillTx/>
              <a:latin typeface="Calibri"/>
            </a:endParaRPr>
          </a:p>
          <a:p>
            <a:pPr marL="228600" indent="-228600" defTabSz="914400">
              <a:lnSpc>
                <a:spcPct val="90000"/>
              </a:lnSpc>
              <a:spcBef>
                <a:spcPts val="1001"/>
              </a:spcBef>
              <a:buNone/>
              <a:tabLst>
                <a:tab algn="l" pos="0"/>
              </a:tabLst>
            </a:pPr>
            <a:endParaRPr b="0" lang="en-US" sz="28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a:solidFill>
                  <a:schemeClr val="dk1"/>
                </a:solidFill>
                <a:effectLst/>
                <a:uFillTx/>
                <a:latin typeface="Calibri Light"/>
              </a:rPr>
              <a:t>POSIX Threads API</a:t>
            </a:r>
            <a:r>
              <a:rPr b="0" lang="en-US" sz="4400" strike="noStrike" u="none">
                <a:solidFill>
                  <a:schemeClr val="dk1"/>
                </a:solidFill>
                <a:effectLst/>
                <a:uFillTx/>
                <a:latin typeface="Calibri Light"/>
              </a:rPr>
              <a:t> (5)</a:t>
            </a:r>
            <a:endParaRPr b="0" lang="en-US" sz="4400" strike="noStrike" u="none">
              <a:solidFill>
                <a:schemeClr val="dk1"/>
              </a:solidFill>
              <a:effectLst/>
              <a:uFillTx/>
              <a:latin typeface="Calibri"/>
            </a:endParaRPr>
          </a:p>
        </p:txBody>
      </p:sp>
      <p:sp>
        <p:nvSpPr>
          <p:cNvPr id="123"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ff0066"/>
              </a:buClr>
              <a:buFont typeface="Arial"/>
              <a:buChar char="•"/>
            </a:pPr>
            <a:r>
              <a:rPr b="0" lang="he-IL" sz="2800" strike="noStrike" u="sng">
                <a:solidFill>
                  <a:srgbClr val="ff0066"/>
                </a:solidFill>
                <a:effectLst/>
                <a:uFillTx/>
                <a:latin typeface="Calibri"/>
              </a:rPr>
              <a:t>קבלת מזהה התהליכון</a:t>
            </a:r>
            <a:r>
              <a:rPr b="0" lang="en-US" sz="2800" strike="noStrike" u="none">
                <a:solidFill>
                  <a:schemeClr val="dk1"/>
                </a:solidFill>
                <a:effectLst/>
                <a:uFillTx/>
                <a:latin typeface="Calibri"/>
              </a:rPr>
              <a:t> : </a:t>
            </a:r>
            <a:r>
              <a:rPr b="0" lang="en-US" sz="2800" strike="noStrike" u="none">
                <a:solidFill>
                  <a:srgbClr val="0000ff"/>
                </a:solidFill>
                <a:effectLst/>
                <a:uFillTx/>
                <a:latin typeface="Calibri"/>
              </a:rPr>
              <a:t>pthread_self</a:t>
            </a:r>
            <a:r>
              <a:rPr b="0" lang="en-US" sz="2800" strike="noStrike" u="none">
                <a:solidFill>
                  <a:srgbClr val="0000ff"/>
                </a:solidFill>
                <a:effectLst/>
                <a:uFillTx/>
                <a:latin typeface="Calibri"/>
              </a:rPr>
              <a:t>()</a:t>
            </a:r>
            <a:r>
              <a:rPr b="0" lang="en-US" sz="2800" strike="noStrike" u="none">
                <a:solidFill>
                  <a:schemeClr val="dk1"/>
                </a:solidFill>
                <a:effectLst/>
                <a:uFillTx/>
                <a:latin typeface="Calibri"/>
              </a:rPr>
              <a:t> - התהליכון הקורא מקבל את המזהה של עצמו. מזהה זה הוא פנימי לספרייה </a:t>
            </a:r>
            <a:r>
              <a:rPr b="0" lang="en-US" sz="2800" strike="noStrike" u="none">
                <a:solidFill>
                  <a:schemeClr val="dk1"/>
                </a:solidFill>
                <a:effectLst/>
                <a:uFillTx/>
                <a:latin typeface="Calibri"/>
              </a:rPr>
              <a:t>Linux Threads</a:t>
            </a:r>
            <a:r>
              <a:rPr b="0" lang="en-US" sz="2800" strike="noStrike" u="none">
                <a:solidFill>
                  <a:schemeClr val="dk1"/>
                </a:solidFill>
                <a:effectLst/>
                <a:uFillTx/>
                <a:latin typeface="Calibri"/>
              </a:rPr>
              <a:t> ואינו קשור במישרין ל-</a:t>
            </a:r>
            <a:r>
              <a:rPr b="0" lang="en-US" sz="2800" strike="noStrike" u="none">
                <a:solidFill>
                  <a:schemeClr val="dk1"/>
                </a:solidFill>
                <a:effectLst/>
                <a:uFillTx/>
                <a:latin typeface="Calibri"/>
              </a:rPr>
              <a:t>PID</a:t>
            </a:r>
            <a:r>
              <a:rPr b="0" lang="en-US" sz="2800" strike="noStrike" u="none">
                <a:solidFill>
                  <a:schemeClr val="dk1"/>
                </a:solidFill>
                <a:effectLst/>
                <a:uFillTx/>
                <a:latin typeface="Calibri"/>
              </a:rPr>
              <a:t> של התהליכון.</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sng">
                <a:solidFill>
                  <a:schemeClr val="dk1"/>
                </a:solidFill>
                <a:effectLst/>
                <a:uFillTx/>
                <a:latin typeface="Calibri"/>
              </a:rPr>
              <a:t>תחביר:</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None/>
              <a:tabLst>
                <a:tab algn="l" pos="0"/>
              </a:tabLst>
            </a:pPr>
            <a:r>
              <a:rPr b="0" lang="en-US" sz="2800" strike="noStrike" u="none">
                <a:solidFill>
                  <a:srgbClr val="0000ff"/>
                </a:solidFill>
                <a:effectLst/>
                <a:uFillTx/>
                <a:latin typeface="Calibri"/>
              </a:rPr>
              <a:t>pthread_t pthread_self</a:t>
            </a:r>
            <a:r>
              <a:rPr b="0" lang="en-US" sz="2800" strike="noStrike" u="none">
                <a:solidFill>
                  <a:srgbClr val="0000ff"/>
                </a:solidFill>
                <a:effectLst/>
                <a:uFillTx/>
                <a:latin typeface="Calibri"/>
              </a:rPr>
              <a:t>();</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tabLst>
                <a:tab algn="l" pos="0"/>
              </a:tabLst>
            </a:pPr>
            <a:r>
              <a:rPr b="0" lang="he-IL" sz="2800" strike="noStrike" u="sng">
                <a:solidFill>
                  <a:schemeClr val="dk1"/>
                </a:solidFill>
                <a:effectLst/>
                <a:uFillTx/>
                <a:latin typeface="Calibri"/>
              </a:rPr>
              <a:t>פרמטרים:</a:t>
            </a:r>
            <a:r>
              <a:rPr b="0" lang="en-US" sz="2800" strike="noStrike" u="none">
                <a:solidFill>
                  <a:schemeClr val="dk1"/>
                </a:solidFill>
                <a:effectLst/>
                <a:uFillTx/>
                <a:latin typeface="Calibri"/>
              </a:rPr>
              <a:t> אין</a:t>
            </a: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tabLst>
                <a:tab algn="l" pos="0"/>
              </a:tabLst>
            </a:pPr>
            <a:r>
              <a:rPr b="0" lang="he-IL" sz="2800" strike="noStrike" u="sng">
                <a:solidFill>
                  <a:schemeClr val="dk1"/>
                </a:solidFill>
                <a:effectLst/>
                <a:uFillTx/>
                <a:latin typeface="Calibri"/>
              </a:rPr>
              <a:t>ערך מוחזר:</a:t>
            </a:r>
            <a:r>
              <a:rPr b="0" lang="en-US" sz="2800" strike="noStrike" u="none">
                <a:solidFill>
                  <a:schemeClr val="dk1"/>
                </a:solidFill>
                <a:effectLst/>
                <a:uFillTx/>
                <a:latin typeface="Calibri"/>
              </a:rPr>
              <a:t> מזהה התהליכון</a:t>
            </a:r>
            <a:endParaRPr b="0" lang="en-US" sz="2800" strike="noStrike" u="none">
              <a:solidFill>
                <a:schemeClr val="dk1"/>
              </a:solidFill>
              <a:effectLst/>
              <a:uFillTx/>
              <a:latin typeface="Calibri"/>
            </a:endParaRPr>
          </a:p>
        </p:txBody>
      </p:sp>
      <p:pic>
        <p:nvPicPr>
          <p:cNvPr id="124" name="Picture 4" descr="j0154370[1]"/>
          <p:cNvPicPr/>
          <p:nvPr/>
        </p:nvPicPr>
        <p:blipFill>
          <a:blip r:embed="rId1"/>
          <a:stretch/>
        </p:blipFill>
        <p:spPr>
          <a:xfrm>
            <a:off x="533520" y="411120"/>
            <a:ext cx="1549080" cy="1361880"/>
          </a:xfrm>
          <a:prstGeom prst="rect">
            <a:avLst/>
          </a:prstGeom>
          <a:noFill/>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p:nvPr>
        </p:nvSpPr>
        <p:spPr>
          <a:xfrm>
            <a:off x="624240" y="189000"/>
            <a:ext cx="10972440" cy="6479640"/>
          </a:xfrm>
          <a:prstGeom prst="rect">
            <a:avLst/>
          </a:prstGeom>
          <a:noFill/>
          <a:ln w="0">
            <a:noFill/>
          </a:ln>
        </p:spPr>
        <p:txBody>
          <a:bodyPr lIns="91440" rIns="91440" tIns="45720" bIns="45720" anchor="t">
            <a:normAutofit fontScale="92500" lnSpcReduction="9999"/>
          </a:bodyPr>
          <a:p>
            <a:pPr marL="228600" indent="-228600" defTabSz="914400">
              <a:lnSpc>
                <a:spcPct val="80000"/>
              </a:lnSpc>
              <a:spcBef>
                <a:spcPts val="1001"/>
              </a:spcBef>
              <a:buNone/>
              <a:tabLst>
                <a:tab algn="l" pos="0"/>
              </a:tabLst>
            </a:pPr>
            <a:r>
              <a:rPr b="0" lang="en-US" sz="1600" strike="noStrike" u="none">
                <a:solidFill>
                  <a:schemeClr val="dk1"/>
                </a:solidFill>
                <a:effectLst/>
                <a:uFillTx/>
                <a:latin typeface="Calibri"/>
              </a:rPr>
              <a:t>#include &lt;stdio.h&gt;</a:t>
            </a:r>
            <a:endParaRPr b="0" lang="en-US" sz="16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600" strike="noStrike" u="none">
                <a:solidFill>
                  <a:schemeClr val="dk1"/>
                </a:solidFill>
                <a:effectLst/>
                <a:uFillTx/>
                <a:latin typeface="Calibri"/>
              </a:rPr>
              <a:t>#include &lt;stdlib.h&gt;</a:t>
            </a:r>
            <a:endParaRPr b="0" lang="en-US" sz="16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600" strike="noStrike" u="none">
                <a:solidFill>
                  <a:schemeClr val="dk1"/>
                </a:solidFill>
                <a:effectLst/>
                <a:uFillTx/>
                <a:latin typeface="Calibri"/>
              </a:rPr>
              <a:t>#include &lt;pthread.h&gt;</a:t>
            </a:r>
            <a:endParaRPr b="0" lang="en-US" sz="16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600" strike="noStrike" u="none">
                <a:solidFill>
                  <a:schemeClr val="dk1"/>
                </a:solidFill>
                <a:effectLst/>
                <a:uFillTx/>
                <a:latin typeface="Calibri"/>
              </a:rPr>
              <a:t>void *thread(void *vargp) {</a:t>
            </a:r>
            <a:endParaRPr b="0" lang="en-US" sz="16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1900" strike="noStrike" u="none">
                <a:solidFill>
                  <a:schemeClr val="dk1"/>
                </a:solidFill>
                <a:effectLst/>
                <a:uFillTx/>
                <a:latin typeface="Calibri"/>
              </a:rPr>
              <a:t>printf("First Thread“)</a:t>
            </a:r>
            <a:endParaRPr b="0" lang="en-US" sz="19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1900" strike="noStrike" u="none">
                <a:solidFill>
                  <a:schemeClr val="dk1"/>
                </a:solidFill>
                <a:effectLst/>
                <a:uFillTx/>
                <a:latin typeface="Calibri"/>
              </a:rPr>
              <a:t>int *ptr = (int*)vargp;</a:t>
            </a:r>
            <a:endParaRPr b="0" lang="en-US" sz="19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1900" strike="noStrike" u="none">
                <a:solidFill>
                  <a:schemeClr val="dk1"/>
                </a:solidFill>
                <a:effectLst/>
                <a:uFillTx/>
                <a:latin typeface="Calibri"/>
              </a:rPr>
              <a:t>pthread_exit((void*) *ptr);</a:t>
            </a:r>
            <a:endParaRPr b="0" lang="en-US" sz="19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400" strike="noStrike" u="none">
                <a:solidFill>
                  <a:schemeClr val="dk1"/>
                </a:solidFill>
                <a:effectLst/>
                <a:uFillTx/>
                <a:latin typeface="Calibri"/>
              </a:rPr>
              <a:t>}</a:t>
            </a:r>
            <a:endParaRPr b="0" lang="en-US" sz="14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600" strike="noStrike" u="none">
                <a:solidFill>
                  <a:schemeClr val="dk1"/>
                </a:solidFill>
                <a:effectLst/>
                <a:uFillTx/>
                <a:latin typeface="Calibri"/>
              </a:rPr>
              <a:t>void *thread2(void *vargp) {</a:t>
            </a:r>
            <a:endParaRPr b="0" lang="en-US" sz="16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1900" strike="noStrike" u="none">
                <a:solidFill>
                  <a:schemeClr val="dk1"/>
                </a:solidFill>
                <a:effectLst/>
                <a:uFillTx/>
                <a:latin typeface="Calibri"/>
              </a:rPr>
              <a:t>printf("Second Thread No");</a:t>
            </a:r>
            <a:endParaRPr b="0" lang="en-US" sz="19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1900" strike="noStrike" u="none">
                <a:solidFill>
                  <a:schemeClr val="dk1"/>
                </a:solidFill>
                <a:effectLst/>
                <a:uFillTx/>
                <a:latin typeface="Calibri"/>
              </a:rPr>
              <a:t>int *ptr = (int*)vargp;</a:t>
            </a:r>
            <a:endParaRPr b="0" lang="en-US" sz="19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1900" strike="noStrike" u="none">
                <a:solidFill>
                  <a:schemeClr val="dk1"/>
                </a:solidFill>
                <a:effectLst/>
                <a:uFillTx/>
                <a:latin typeface="Calibri"/>
              </a:rPr>
              <a:t>*ptr = 0;</a:t>
            </a:r>
            <a:endParaRPr b="0" lang="en-US" sz="19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1900" strike="noStrike" u="none">
                <a:solidFill>
                  <a:schemeClr val="dk1"/>
                </a:solidFill>
                <a:effectLst/>
                <a:uFillTx/>
                <a:latin typeface="Calibri"/>
              </a:rPr>
              <a:t>pthread_exit((void*)31);</a:t>
            </a:r>
            <a:endParaRPr b="0" lang="en-US" sz="19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400" strike="noStrike" u="none">
                <a:solidFill>
                  <a:schemeClr val="dk1"/>
                </a:solidFill>
                <a:effectLst/>
                <a:uFillTx/>
                <a:latin typeface="Calibri"/>
              </a:rPr>
              <a:t>}</a:t>
            </a:r>
            <a:endParaRPr b="0" lang="en-US" sz="14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600" strike="noStrike" u="none">
                <a:solidFill>
                  <a:schemeClr val="dk1"/>
                </a:solidFill>
                <a:effectLst/>
                <a:uFillTx/>
                <a:latin typeface="Calibri"/>
              </a:rPr>
              <a:t>int main() {</a:t>
            </a:r>
            <a:endParaRPr b="0" lang="en-US" sz="16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1900" strike="noStrike" u="none">
                <a:solidFill>
                  <a:schemeClr val="dk1"/>
                </a:solidFill>
                <a:effectLst/>
                <a:uFillTx/>
                <a:latin typeface="Calibri"/>
              </a:rPr>
              <a:t>int j,i = 42;</a:t>
            </a:r>
            <a:endParaRPr b="0" lang="en-US" sz="19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1900" strike="noStrike" u="none">
                <a:solidFill>
                  <a:schemeClr val="dk1"/>
                </a:solidFill>
                <a:effectLst/>
                <a:uFillTx/>
                <a:latin typeface="Calibri"/>
              </a:rPr>
              <a:t>pthread_t tid, tid2;</a:t>
            </a:r>
            <a:endParaRPr b="0" lang="en-US" sz="19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1900" strike="noStrike" u="none">
                <a:solidFill>
                  <a:schemeClr val="dk1"/>
                </a:solidFill>
                <a:effectLst/>
                <a:uFillTx/>
                <a:latin typeface="Calibri"/>
              </a:rPr>
              <a:t>pthread_create(&amp;tid, NULL, thread, (void*)&amp;i);</a:t>
            </a:r>
            <a:endParaRPr b="0" lang="en-US" sz="19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1900" strike="noStrike" u="none">
                <a:solidFill>
                  <a:schemeClr val="dk1"/>
                </a:solidFill>
                <a:effectLst/>
                <a:uFillTx/>
                <a:latin typeface="Calibri"/>
              </a:rPr>
              <a:t>pthread_create(&amp;tid2, NULL, thread2, (void*)&amp;i);</a:t>
            </a:r>
            <a:endParaRPr b="0" lang="en-US" sz="19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1900" strike="noStrike" u="none">
                <a:solidFill>
                  <a:schemeClr val="dk1"/>
                </a:solidFill>
                <a:effectLst/>
                <a:uFillTx/>
                <a:latin typeface="Calibri"/>
              </a:rPr>
              <a:t>pthread_join(tid, (void**)&amp;i);</a:t>
            </a:r>
            <a:endParaRPr b="0" lang="en-US" sz="19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1900" strike="noStrike" u="none">
                <a:solidFill>
                  <a:schemeClr val="dk1"/>
                </a:solidFill>
                <a:effectLst/>
                <a:uFillTx/>
                <a:latin typeface="Calibri"/>
              </a:rPr>
              <a:t>pthread_join(tid2, (void**)&amp;j);</a:t>
            </a:r>
            <a:endParaRPr b="0" lang="en-US" sz="19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1900" strike="noStrike" u="none">
                <a:solidFill>
                  <a:schemeClr val="dk1"/>
                </a:solidFill>
                <a:effectLst/>
                <a:uFillTx/>
                <a:latin typeface="Calibri"/>
              </a:rPr>
              <a:t>printf("tid = %d\n",i);</a:t>
            </a:r>
            <a:endParaRPr b="0" lang="en-US" sz="1900" strike="noStrike" u="none">
              <a:solidFill>
                <a:schemeClr val="dk1"/>
              </a:solidFill>
              <a:effectLst/>
              <a:uFillTx/>
              <a:latin typeface="Calibri"/>
            </a:endParaRPr>
          </a:p>
          <a:p>
            <a:pPr marL="685800" indent="-228600" defTabSz="914400">
              <a:lnSpc>
                <a:spcPct val="80000"/>
              </a:lnSpc>
              <a:spcBef>
                <a:spcPts val="499"/>
              </a:spcBef>
              <a:buNone/>
              <a:tabLst>
                <a:tab algn="l" pos="0"/>
              </a:tabLst>
            </a:pPr>
            <a:r>
              <a:rPr b="0" lang="en-US" sz="1900" strike="noStrike" u="none">
                <a:solidFill>
                  <a:schemeClr val="dk1"/>
                </a:solidFill>
                <a:effectLst/>
                <a:uFillTx/>
                <a:latin typeface="Calibri"/>
              </a:rPr>
              <a:t>printf("tid2 = %d\n",j);</a:t>
            </a:r>
            <a:endParaRPr b="0" lang="en-US" sz="1900" strike="noStrike" u="none">
              <a:solidFill>
                <a:schemeClr val="dk1"/>
              </a:solidFill>
              <a:effectLst/>
              <a:uFillTx/>
              <a:latin typeface="Calibri"/>
            </a:endParaRPr>
          </a:p>
          <a:p>
            <a:pPr marL="228600" indent="-228600" defTabSz="914400">
              <a:lnSpc>
                <a:spcPct val="80000"/>
              </a:lnSpc>
              <a:spcBef>
                <a:spcPts val="1001"/>
              </a:spcBef>
              <a:buNone/>
              <a:tabLst>
                <a:tab algn="l" pos="0"/>
              </a:tabLst>
            </a:pPr>
            <a:r>
              <a:rPr b="0" lang="en-US" sz="1400" strike="noStrike" u="none">
                <a:solidFill>
                  <a:schemeClr val="dk1"/>
                </a:solidFill>
                <a:effectLst/>
                <a:uFillTx/>
                <a:latin typeface="Calibri"/>
              </a:rPr>
              <a:t>} </a:t>
            </a:r>
            <a:endParaRPr b="0" lang="en-US" sz="14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6" name="מציין מיקום תוכן 6" descr=""/>
          <p:cNvPicPr/>
          <p:nvPr/>
        </p:nvPicPr>
        <p:blipFill>
          <a:blip r:embed="rId1"/>
          <a:stretch/>
        </p:blipFill>
        <p:spPr>
          <a:xfrm>
            <a:off x="0" y="0"/>
            <a:ext cx="10606680" cy="5278680"/>
          </a:xfrm>
          <a:prstGeom prst="rect">
            <a:avLst/>
          </a:prstGeom>
          <a:noFill/>
          <a:ln w="0">
            <a:noFill/>
          </a:ln>
        </p:spPr>
      </p:pic>
      <p:pic>
        <p:nvPicPr>
          <p:cNvPr id="127" name="תמונה 7" descr=""/>
          <p:cNvPicPr/>
          <p:nvPr/>
        </p:nvPicPr>
        <p:blipFill>
          <a:blip r:embed="rId2"/>
          <a:stretch/>
        </p:blipFill>
        <p:spPr>
          <a:xfrm>
            <a:off x="0" y="5279040"/>
            <a:ext cx="11896200" cy="1304280"/>
          </a:xfrm>
          <a:prstGeom prst="rect">
            <a:avLst/>
          </a:prstGeom>
          <a:noFill/>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a:solidFill>
                  <a:schemeClr val="dk1"/>
                </a:solidFill>
                <a:effectLst/>
                <a:uFillTx/>
                <a:latin typeface="Calibri Light"/>
              </a:rPr>
              <a:t>Threads</a:t>
            </a:r>
            <a:endParaRPr b="0" lang="en-US" sz="4400" strike="noStrike" u="none">
              <a:solidFill>
                <a:schemeClr val="dk1"/>
              </a:solidFill>
              <a:effectLst/>
              <a:uFillTx/>
              <a:latin typeface="Calibri"/>
            </a:endParaRPr>
          </a:p>
        </p:txBody>
      </p:sp>
      <p:sp>
        <p:nvSpPr>
          <p:cNvPr id="129"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תרגיל: כתוב תוכנית המשתמשת ב </a:t>
            </a:r>
            <a:r>
              <a:rPr b="0" lang="en-US" sz="2800" strike="noStrike" u="none">
                <a:solidFill>
                  <a:schemeClr val="dk1"/>
                </a:solidFill>
                <a:effectLst/>
                <a:uFillTx/>
                <a:latin typeface="Calibri"/>
              </a:rPr>
              <a:t>2</a:t>
            </a:r>
            <a:r>
              <a:rPr b="0" lang="en-US" sz="2800" strike="noStrike" u="none">
                <a:solidFill>
                  <a:schemeClr val="dk1"/>
                </a:solidFill>
                <a:effectLst/>
                <a:uFillTx/>
                <a:latin typeface="Calibri"/>
              </a:rPr>
              <a:t> תהליכונים. תהליכון הראשון מקבל פרמטר מסוג </a:t>
            </a:r>
            <a:r>
              <a:rPr b="0" lang="en-US" sz="2800" strike="noStrike" u="none">
                <a:solidFill>
                  <a:schemeClr val="dk1"/>
                </a:solidFill>
                <a:effectLst/>
                <a:uFillTx/>
                <a:latin typeface="Calibri"/>
              </a:rPr>
              <a:t>int</a:t>
            </a:r>
            <a:r>
              <a:rPr b="0" lang="en-US" sz="2800" strike="noStrike" u="none">
                <a:solidFill>
                  <a:schemeClr val="dk1"/>
                </a:solidFill>
                <a:effectLst/>
                <a:uFillTx/>
                <a:latin typeface="Calibri"/>
              </a:rPr>
              <a:t> ומעלה את ערכו ב </a:t>
            </a:r>
            <a:r>
              <a:rPr b="0" lang="en-US" sz="2800" strike="noStrike" u="none">
                <a:solidFill>
                  <a:schemeClr val="dk1"/>
                </a:solidFill>
                <a:effectLst/>
                <a:uFillTx/>
                <a:latin typeface="Calibri"/>
              </a:rPr>
              <a:t>1</a:t>
            </a:r>
            <a:endParaRPr b="0" lang="en-US" sz="2800" strike="noStrike" u="none">
              <a:solidFill>
                <a:schemeClr val="dk1"/>
              </a:solidFill>
              <a:effectLst/>
              <a:uFillTx/>
              <a:latin typeface="Calibri"/>
            </a:endParaRPr>
          </a:p>
          <a:p>
            <a:pPr indent="0" algn="r" defTabSz="914400" rtl="1">
              <a:lnSpc>
                <a:spcPct val="90000"/>
              </a:lnSpc>
              <a:spcBef>
                <a:spcPts val="1001"/>
              </a:spcBef>
              <a:buNone/>
              <a:tabLst>
                <a:tab algn="l" pos="0"/>
              </a:tabLst>
            </a:pPr>
            <a:r>
              <a:rPr b="0" lang="he-IL" sz="2800" strike="noStrike" u="none">
                <a:solidFill>
                  <a:schemeClr val="dk1"/>
                </a:solidFill>
                <a:effectLst/>
                <a:uFillTx/>
                <a:latin typeface="Calibri"/>
              </a:rPr>
              <a:t>לאחר שהתליכון הראשון הסתיים התהליכון השני מקבל את אותו הפרמטר ומכפיל את ערכו ב – </a:t>
            </a:r>
            <a:r>
              <a:rPr b="0" lang="en-US" sz="2800" strike="noStrike" u="none">
                <a:solidFill>
                  <a:schemeClr val="dk1"/>
                </a:solidFill>
                <a:effectLst/>
                <a:uFillTx/>
                <a:latin typeface="Calibri"/>
              </a:rPr>
              <a:t>2</a:t>
            </a:r>
            <a:r>
              <a:rPr b="0" lang="en-US" sz="2800" strike="noStrike" u="none">
                <a:solidFill>
                  <a:schemeClr val="dk1"/>
                </a:solidFill>
                <a:effectLst/>
                <a:uFillTx/>
                <a:latin typeface="Calibri"/>
              </a:rPr>
              <a:t> ומחזיר את הערך</a:t>
            </a:r>
            <a:endParaRPr b="0" lang="en-US" sz="2800" strike="noStrike" u="none">
              <a:solidFill>
                <a:schemeClr val="dk1"/>
              </a:solidFill>
              <a:effectLst/>
              <a:uFillTx/>
              <a:latin typeface="Calibri"/>
            </a:endParaRPr>
          </a:p>
          <a:p>
            <a:pPr indent="0" algn="r" defTabSz="914400" rtl="1">
              <a:lnSpc>
                <a:spcPct val="90000"/>
              </a:lnSpc>
              <a:spcBef>
                <a:spcPts val="1001"/>
              </a:spcBef>
              <a:buNone/>
              <a:tabLst>
                <a:tab algn="l" pos="0"/>
              </a:tabLst>
            </a:pPr>
            <a:r>
              <a:rPr b="0" lang="he-IL" sz="2800" strike="noStrike" u="none">
                <a:solidFill>
                  <a:schemeClr val="dk1"/>
                </a:solidFill>
                <a:effectLst/>
                <a:uFillTx/>
                <a:latin typeface="Calibri"/>
              </a:rPr>
              <a:t>לאחר מכן, יש להדפיס את הערך</a:t>
            </a:r>
            <a:endParaRPr b="0" lang="en-US" sz="28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a:solidFill>
                  <a:schemeClr val="dk1"/>
                </a:solidFill>
                <a:effectLst/>
                <a:uFillTx/>
                <a:latin typeface="Calibri Light"/>
              </a:rPr>
              <a:t>Threads</a:t>
            </a:r>
            <a:endParaRPr b="0" lang="en-US" sz="4400" strike="noStrike" u="none">
              <a:solidFill>
                <a:schemeClr val="dk1"/>
              </a:solidFill>
              <a:effectLst/>
              <a:uFillTx/>
              <a:latin typeface="Calibri"/>
            </a:endParaRPr>
          </a:p>
        </p:txBody>
      </p:sp>
      <p:sp>
        <p:nvSpPr>
          <p:cNvPr id="131"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תרגיל: כתוב תוכנית הקוראת לתהליכון. התהליכון מקבל מספר כקלט מהמשתמש, מוסיף לו </a:t>
            </a:r>
            <a:r>
              <a:rPr b="0" lang="en-US" sz="2800" strike="noStrike" u="none">
                <a:solidFill>
                  <a:schemeClr val="dk1"/>
                </a:solidFill>
                <a:effectLst/>
                <a:uFillTx/>
                <a:latin typeface="Calibri"/>
              </a:rPr>
              <a:t>2</a:t>
            </a:r>
            <a:r>
              <a:rPr b="0" lang="en-US" sz="2800" strike="noStrike" u="none">
                <a:solidFill>
                  <a:schemeClr val="dk1"/>
                </a:solidFill>
                <a:effectLst/>
                <a:uFillTx/>
                <a:latin typeface="Calibri"/>
              </a:rPr>
              <a:t> ומחזיר את ערכו בעזרת הפונקציה </a:t>
            </a:r>
            <a:r>
              <a:rPr b="0" lang="en-US" sz="2800" strike="noStrike" u="none">
                <a:solidFill>
                  <a:schemeClr val="dk1"/>
                </a:solidFill>
                <a:effectLst/>
                <a:uFillTx/>
                <a:latin typeface="Calibri"/>
              </a:rPr>
              <a:t>exit</a:t>
            </a:r>
            <a:endParaRPr b="0" lang="en-US" sz="28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a:solidFill>
                  <a:schemeClr val="dk1"/>
                </a:solidFill>
                <a:effectLst/>
                <a:uFillTx/>
                <a:latin typeface="Calibri Light"/>
              </a:rPr>
              <a:t>Threads &amp; fork</a:t>
            </a:r>
            <a:endParaRPr b="0" lang="en-US" sz="4400" strike="noStrike" u="none">
              <a:solidFill>
                <a:schemeClr val="dk1"/>
              </a:solidFill>
              <a:effectLst/>
              <a:uFillTx/>
              <a:latin typeface="Calibri"/>
            </a:endParaRPr>
          </a:p>
        </p:txBody>
      </p:sp>
      <p:sp>
        <p:nvSpPr>
          <p:cNvPr id="133"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כתבו תוכנית (השתמשו ב </a:t>
            </a:r>
            <a:r>
              <a:rPr b="0" lang="en-US" sz="2800" strike="noStrike" u="none">
                <a:solidFill>
                  <a:schemeClr val="dk1"/>
                </a:solidFill>
                <a:effectLst/>
                <a:uFillTx/>
                <a:latin typeface="Calibri"/>
              </a:rPr>
              <a:t>threads</a:t>
            </a:r>
            <a:r>
              <a:rPr b="0" lang="en-US" sz="2800" strike="noStrike" u="none">
                <a:solidFill>
                  <a:schemeClr val="dk1"/>
                </a:solidFill>
                <a:effectLst/>
                <a:uFillTx/>
                <a:latin typeface="Calibri"/>
              </a:rPr>
              <a:t>) שמבצעת את הפעולות הבאות:</a:t>
            </a:r>
            <a:endParaRPr b="0" lang="en-US" sz="2800" strike="noStrike" u="none">
              <a:solidFill>
                <a:schemeClr val="dk1"/>
              </a:solidFill>
              <a:effectLst/>
              <a:uFillTx/>
              <a:latin typeface="Calibri"/>
            </a:endParaRPr>
          </a:p>
          <a:p>
            <a:pPr marL="514440" indent="-514440" algn="r" defTabSz="914400" rtl="1">
              <a:lnSpc>
                <a:spcPct val="90000"/>
              </a:lnSpc>
              <a:spcBef>
                <a:spcPts val="1001"/>
              </a:spcBef>
              <a:buClr>
                <a:srgbClr val="000000"/>
              </a:buClr>
              <a:buFont typeface="Calibri Light"/>
              <a:buAutoNum type="arabicPeriod"/>
            </a:pPr>
            <a:r>
              <a:rPr b="0" lang="he-IL" sz="2800" strike="noStrike" u="none">
                <a:solidFill>
                  <a:schemeClr val="dk1"/>
                </a:solidFill>
                <a:effectLst/>
                <a:uFillTx/>
                <a:latin typeface="Calibri"/>
              </a:rPr>
              <a:t>מקבלת מספר שלם מהמשתמש לתוך משתנה </a:t>
            </a:r>
            <a:r>
              <a:rPr b="0" lang="en-US" sz="2800" strike="noStrike" u="none">
                <a:solidFill>
                  <a:schemeClr val="dk1"/>
                </a:solidFill>
                <a:effectLst/>
                <a:uFillTx/>
                <a:latin typeface="Calibri"/>
              </a:rPr>
              <a:t>n</a:t>
            </a:r>
            <a:endParaRPr b="0" lang="en-US" sz="2800" strike="noStrike" u="none">
              <a:solidFill>
                <a:schemeClr val="dk1"/>
              </a:solidFill>
              <a:effectLst/>
              <a:uFillTx/>
              <a:latin typeface="Calibri"/>
            </a:endParaRPr>
          </a:p>
          <a:p>
            <a:pPr marL="514440" indent="-514440" algn="r" defTabSz="914400" rtl="1">
              <a:lnSpc>
                <a:spcPct val="90000"/>
              </a:lnSpc>
              <a:spcBef>
                <a:spcPts val="1001"/>
              </a:spcBef>
              <a:buClr>
                <a:srgbClr val="000000"/>
              </a:buClr>
              <a:buFont typeface="Calibri Light"/>
              <a:buAutoNum type="arabicPeriod"/>
            </a:pPr>
            <a:r>
              <a:rPr b="0" lang="he-IL" sz="2800" strike="noStrike" u="none">
                <a:solidFill>
                  <a:schemeClr val="dk1"/>
                </a:solidFill>
                <a:effectLst/>
                <a:uFillTx/>
                <a:latin typeface="Calibri"/>
              </a:rPr>
              <a:t>יוצרת שני תהליכונים</a:t>
            </a:r>
            <a:endParaRPr b="0" lang="en-US" sz="28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he-IL" sz="2400" strike="noStrike" u="none">
                <a:solidFill>
                  <a:schemeClr val="dk1"/>
                </a:solidFill>
                <a:effectLst/>
                <a:uFillTx/>
                <a:latin typeface="Calibri"/>
              </a:rPr>
              <a:t>הראשון מחשב   </a:t>
            </a:r>
            <a:r>
              <a:rPr b="0" lang="en-US" sz="2400" strike="noStrike" u="none">
                <a:solidFill>
                  <a:schemeClr val="dk1"/>
                </a:solidFill>
                <a:effectLst/>
                <a:uFillTx/>
                <a:latin typeface="Calibri"/>
              </a:rPr>
              <a:t>1+2+3+4</a:t>
            </a:r>
            <a:r>
              <a:rPr b="0" lang="en-US" sz="2400" strike="noStrike" u="none">
                <a:solidFill>
                  <a:schemeClr val="dk1"/>
                </a:solidFill>
                <a:effectLst/>
                <a:uFillTx/>
                <a:latin typeface="Calibri"/>
              </a:rPr>
              <a:t>+…+</a:t>
            </a:r>
            <a:r>
              <a:rPr b="0" lang="en-US" sz="2400" strike="noStrike" u="none">
                <a:solidFill>
                  <a:schemeClr val="dk1"/>
                </a:solidFill>
                <a:effectLst/>
                <a:uFillTx/>
                <a:latin typeface="Calibri"/>
              </a:rPr>
              <a:t>n</a:t>
            </a:r>
            <a:r>
              <a:rPr b="0" lang="en-US" sz="2400" strike="noStrike" u="none">
                <a:solidFill>
                  <a:schemeClr val="dk1"/>
                </a:solidFill>
                <a:effectLst/>
                <a:uFillTx/>
                <a:latin typeface="Calibri"/>
              </a:rPr>
              <a:t>  ומחזיר את התוצאה</a:t>
            </a:r>
            <a:endParaRPr b="0" lang="en-US" sz="2400" strike="noStrike" u="none">
              <a:solidFill>
                <a:schemeClr val="dk1"/>
              </a:solidFill>
              <a:effectLst/>
              <a:uFillTx/>
              <a:latin typeface="Calibri"/>
            </a:endParaRPr>
          </a:p>
          <a:p>
            <a:pPr lvl="1" marL="685800" indent="-228600" algn="r" defTabSz="914400" rtl="1">
              <a:lnSpc>
                <a:spcPct val="90000"/>
              </a:lnSpc>
              <a:spcBef>
                <a:spcPts val="499"/>
              </a:spcBef>
              <a:buClr>
                <a:srgbClr val="000000"/>
              </a:buClr>
              <a:buFont typeface="Arial"/>
              <a:buChar char="•"/>
            </a:pPr>
            <a:r>
              <a:rPr b="0" lang="he-IL" sz="2400" strike="noStrike" u="none">
                <a:solidFill>
                  <a:schemeClr val="dk1"/>
                </a:solidFill>
                <a:effectLst/>
                <a:uFillTx/>
                <a:latin typeface="Calibri"/>
              </a:rPr>
              <a:t>השני מחשב   </a:t>
            </a:r>
            <a:r>
              <a:rPr b="0" lang="en-US" sz="2400" strike="noStrike" u="none">
                <a:solidFill>
                  <a:schemeClr val="dk1"/>
                </a:solidFill>
                <a:effectLst/>
                <a:uFillTx/>
                <a:latin typeface="Calibri"/>
              </a:rPr>
              <a:t>1</a:t>
            </a:r>
            <a:r>
              <a:rPr b="0" lang="en-US" sz="2400" strike="noStrike" u="none">
                <a:solidFill>
                  <a:schemeClr val="dk1"/>
                </a:solidFill>
                <a:effectLst/>
                <a:uFillTx/>
                <a:latin typeface="Calibri"/>
              </a:rPr>
              <a:t>*</a:t>
            </a:r>
            <a:r>
              <a:rPr b="0" lang="en-US" sz="2400" strike="noStrike" u="none">
                <a:solidFill>
                  <a:schemeClr val="dk1"/>
                </a:solidFill>
                <a:effectLst/>
                <a:uFillTx/>
                <a:latin typeface="Calibri"/>
              </a:rPr>
              <a:t>2</a:t>
            </a:r>
            <a:r>
              <a:rPr b="0" lang="en-US" sz="2400" strike="noStrike" u="none">
                <a:solidFill>
                  <a:schemeClr val="dk1"/>
                </a:solidFill>
                <a:effectLst/>
                <a:uFillTx/>
                <a:latin typeface="Calibri"/>
              </a:rPr>
              <a:t>*</a:t>
            </a:r>
            <a:r>
              <a:rPr b="0" lang="en-US" sz="2400" strike="noStrike" u="none">
                <a:solidFill>
                  <a:schemeClr val="dk1"/>
                </a:solidFill>
                <a:effectLst/>
                <a:uFillTx/>
                <a:latin typeface="Calibri"/>
              </a:rPr>
              <a:t>3</a:t>
            </a:r>
            <a:r>
              <a:rPr b="0" lang="en-US" sz="2400" strike="noStrike" u="none">
                <a:solidFill>
                  <a:schemeClr val="dk1"/>
                </a:solidFill>
                <a:effectLst/>
                <a:uFillTx/>
                <a:latin typeface="Calibri"/>
              </a:rPr>
              <a:t>*</a:t>
            </a:r>
            <a:r>
              <a:rPr b="0" lang="en-US" sz="2400" strike="noStrike" u="none">
                <a:solidFill>
                  <a:schemeClr val="dk1"/>
                </a:solidFill>
                <a:effectLst/>
                <a:uFillTx/>
                <a:latin typeface="Calibri"/>
              </a:rPr>
              <a:t>4</a:t>
            </a:r>
            <a:r>
              <a:rPr b="0" lang="en-US" sz="2400" strike="noStrike" u="none">
                <a:solidFill>
                  <a:schemeClr val="dk1"/>
                </a:solidFill>
                <a:effectLst/>
                <a:uFillTx/>
                <a:latin typeface="Calibri"/>
              </a:rPr>
              <a:t>*…*</a:t>
            </a:r>
            <a:r>
              <a:rPr b="0" lang="en-US" sz="2400" strike="noStrike" u="none">
                <a:solidFill>
                  <a:schemeClr val="dk1"/>
                </a:solidFill>
                <a:effectLst/>
                <a:uFillTx/>
                <a:latin typeface="Calibri"/>
              </a:rPr>
              <a:t>n</a:t>
            </a:r>
            <a:r>
              <a:rPr b="0" lang="en-US" sz="2400" strike="noStrike" u="none">
                <a:solidFill>
                  <a:schemeClr val="dk1"/>
                </a:solidFill>
                <a:effectLst/>
                <a:uFillTx/>
                <a:latin typeface="Calibri"/>
              </a:rPr>
              <a:t>   ומחזיר את התוצאה</a:t>
            </a:r>
            <a:endParaRPr b="0" lang="en-US" sz="2400" strike="noStrike" u="none">
              <a:solidFill>
                <a:schemeClr val="dk1"/>
              </a:solidFill>
              <a:effectLst/>
              <a:uFillTx/>
              <a:latin typeface="Calibri"/>
            </a:endParaRPr>
          </a:p>
          <a:p>
            <a:pPr marL="514440" indent="-514440" algn="r" defTabSz="914400" rtl="1">
              <a:lnSpc>
                <a:spcPct val="90000"/>
              </a:lnSpc>
              <a:spcBef>
                <a:spcPts val="1001"/>
              </a:spcBef>
              <a:buClr>
                <a:srgbClr val="000000"/>
              </a:buClr>
              <a:buFont typeface="Calibri Light"/>
              <a:buAutoNum type="arabicPeriod"/>
            </a:pPr>
            <a:r>
              <a:rPr b="0" lang="he-IL" sz="2800" strike="noStrike" u="none">
                <a:solidFill>
                  <a:schemeClr val="dk1"/>
                </a:solidFill>
                <a:effectLst/>
                <a:uFillTx/>
                <a:latin typeface="Calibri"/>
              </a:rPr>
              <a:t>התהליך הראשי מחכה לשני התליכונים שיסיימו, מקבל את התוצאות ומדפיס אותן בצורה הבאה (עבור הקלט </a:t>
            </a:r>
            <a:r>
              <a:rPr b="0" lang="en-US" sz="2800" strike="noStrike" u="none">
                <a:solidFill>
                  <a:schemeClr val="dk1"/>
                </a:solidFill>
                <a:effectLst/>
                <a:uFillTx/>
                <a:latin typeface="Calibri"/>
              </a:rPr>
              <a:t>n=5</a:t>
            </a:r>
            <a:r>
              <a:rPr b="0" lang="en-US" sz="2800" strike="noStrike" u="none">
                <a:solidFill>
                  <a:schemeClr val="dk1"/>
                </a:solidFill>
                <a:effectLst/>
                <a:uFillTx/>
                <a:latin typeface="Calibri"/>
              </a:rPr>
              <a:t>)</a:t>
            </a:r>
            <a:endParaRPr b="0" lang="en-US" sz="28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800" strike="noStrike" u="none">
                <a:solidFill>
                  <a:schemeClr val="dk1"/>
                </a:solidFill>
                <a:effectLst/>
                <a:uFillTx/>
                <a:latin typeface="Calibri"/>
              </a:rPr>
              <a:t>Sum is: 15</a:t>
            </a:r>
            <a:endParaRPr b="0" lang="en-US" sz="28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800" strike="noStrike" u="none">
                <a:solidFill>
                  <a:schemeClr val="dk1"/>
                </a:solidFill>
                <a:effectLst/>
                <a:uFillTx/>
                <a:latin typeface="Calibri"/>
              </a:rPr>
              <a:t>Factorial is: 120</a:t>
            </a:r>
            <a:endParaRPr b="0" lang="en-US" sz="2800" strike="noStrike" u="none">
              <a:solidFill>
                <a:schemeClr val="dk1"/>
              </a:solidFill>
              <a:effectLst/>
              <a:uFillTx/>
              <a:latin typeface="Calibri"/>
            </a:endParaRPr>
          </a:p>
          <a:p>
            <a:pPr indent="0" defTabSz="914400">
              <a:lnSpc>
                <a:spcPct val="90000"/>
              </a:lnSpc>
              <a:spcBef>
                <a:spcPts val="1001"/>
              </a:spcBef>
              <a:buNone/>
              <a:tabLst>
                <a:tab algn="l" pos="0"/>
              </a:tabLst>
            </a:pPr>
            <a:endParaRPr b="0" lang="en-US" sz="2800" strike="noStrike" u="none">
              <a:solidFill>
                <a:schemeClr val="dk1"/>
              </a:solidFill>
              <a:effectLst/>
              <a:uFillTx/>
              <a:latin typeface="Calibri"/>
            </a:endParaRPr>
          </a:p>
          <a:p>
            <a:pPr indent="0" algn="r" defTabSz="914400" rtl="1">
              <a:lnSpc>
                <a:spcPct val="90000"/>
              </a:lnSpc>
              <a:spcBef>
                <a:spcPts val="1001"/>
              </a:spcBef>
              <a:buNone/>
              <a:tabLst>
                <a:tab algn="l" pos="0"/>
              </a:tabLst>
            </a:pPr>
            <a:endParaRPr b="0" lang="en-US" sz="28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a:solidFill>
                  <a:schemeClr val="dk1"/>
                </a:solidFill>
                <a:effectLst/>
                <a:uFillTx/>
                <a:latin typeface="Calibri Light"/>
              </a:rPr>
              <a:t>fork</a:t>
            </a:r>
            <a:endParaRPr b="0" lang="en-US" sz="4400" strike="noStrike" u="none">
              <a:solidFill>
                <a:schemeClr val="dk1"/>
              </a:solidFill>
              <a:effectLst/>
              <a:uFillTx/>
              <a:latin typeface="Calibri"/>
            </a:endParaRPr>
          </a:p>
        </p:txBody>
      </p:sp>
      <p:sp>
        <p:nvSpPr>
          <p:cNvPr id="135"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כתבו קוד (השתמשו ב </a:t>
            </a:r>
            <a:r>
              <a:rPr b="0" lang="en-US" sz="2800" strike="noStrike" u="none">
                <a:solidFill>
                  <a:schemeClr val="dk1"/>
                </a:solidFill>
                <a:effectLst/>
                <a:uFillTx/>
                <a:latin typeface="Calibri"/>
              </a:rPr>
              <a:t>fork</a:t>
            </a:r>
            <a:r>
              <a:rPr b="0" lang="en-US" sz="2800" strike="noStrike" u="none">
                <a:solidFill>
                  <a:schemeClr val="dk1"/>
                </a:solidFill>
                <a:effectLst/>
                <a:uFillTx/>
                <a:latin typeface="Calibri"/>
              </a:rPr>
              <a:t>) שיוצר את עץ התהליכים הבא:</a:t>
            </a:r>
            <a:endParaRPr b="0" lang="en-US" sz="2800" strike="noStrike" u="none">
              <a:solidFill>
                <a:schemeClr val="dk1"/>
              </a:solidFill>
              <a:effectLst/>
              <a:uFillTx/>
              <a:latin typeface="Calibri"/>
            </a:endParaRPr>
          </a:p>
        </p:txBody>
      </p:sp>
      <p:pic>
        <p:nvPicPr>
          <p:cNvPr id="136" name="Picture 2" descr=""/>
          <p:cNvPicPr/>
          <p:nvPr/>
        </p:nvPicPr>
        <p:blipFill>
          <a:blip r:embed="rId1"/>
          <a:stretch/>
        </p:blipFill>
        <p:spPr>
          <a:xfrm>
            <a:off x="5342040" y="2315520"/>
            <a:ext cx="1914840" cy="2543760"/>
          </a:xfrm>
          <a:prstGeom prst="rect">
            <a:avLst/>
          </a:prstGeom>
          <a:noFill/>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a:solidFill>
                  <a:schemeClr val="dk1"/>
                </a:solidFill>
                <a:effectLst/>
                <a:uFillTx/>
                <a:latin typeface="Calibri Light"/>
              </a:rPr>
              <a:t>fork</a:t>
            </a:r>
            <a:endParaRPr b="0" lang="en-US" sz="4400" strike="noStrike" u="none">
              <a:solidFill>
                <a:schemeClr val="dk1"/>
              </a:solidFill>
              <a:effectLst/>
              <a:uFillTx/>
              <a:latin typeface="Calibri"/>
            </a:endParaRPr>
          </a:p>
        </p:txBody>
      </p:sp>
      <p:sp>
        <p:nvSpPr>
          <p:cNvPr id="138"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lnSpcReduction="9999"/>
          </a:bodyPr>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כתבו תוכנית שיוצרת שני תהליכי בן (</a:t>
            </a:r>
            <a:r>
              <a:rPr b="0" lang="en-US" sz="2800" strike="noStrike" u="none">
                <a:solidFill>
                  <a:schemeClr val="dk1"/>
                </a:solidFill>
                <a:effectLst/>
                <a:uFillTx/>
                <a:latin typeface="Calibri"/>
              </a:rPr>
              <a:t>fork</a:t>
            </a:r>
            <a:r>
              <a:rPr b="0" lang="en-US" sz="2800" strike="noStrike" u="none">
                <a:solidFill>
                  <a:schemeClr val="dk1"/>
                </a:solidFill>
                <a:effectLst/>
                <a:uFillTx/>
                <a:latin typeface="Calibri"/>
              </a:rPr>
              <a:t>):</a:t>
            </a:r>
            <a:endParaRPr b="0" lang="en-US" sz="2800" strike="noStrike" u="none">
              <a:solidFill>
                <a:schemeClr val="dk1"/>
              </a:solidFill>
              <a:effectLst/>
              <a:uFillTx/>
              <a:latin typeface="Calibri"/>
            </a:endParaRPr>
          </a:p>
          <a:p>
            <a:pPr marL="514440" indent="-514440" algn="r" defTabSz="914400" rtl="1">
              <a:lnSpc>
                <a:spcPct val="90000"/>
              </a:lnSpc>
              <a:spcBef>
                <a:spcPts val="1001"/>
              </a:spcBef>
              <a:buClr>
                <a:srgbClr val="000000"/>
              </a:buClr>
              <a:buFont typeface="Calibri Light"/>
              <a:buAutoNum type="arabicPeriod"/>
            </a:pPr>
            <a:r>
              <a:rPr b="0" lang="he-IL" sz="2800" strike="noStrike" u="none">
                <a:solidFill>
                  <a:schemeClr val="dk1"/>
                </a:solidFill>
                <a:effectLst/>
                <a:uFillTx/>
                <a:latin typeface="Calibri"/>
              </a:rPr>
              <a:t>התהליך הראשון מקבל קלט מהמשתמש – מספר שלם </a:t>
            </a:r>
            <a:r>
              <a:rPr b="0" lang="en-US" sz="2800" strike="noStrike" u="none">
                <a:solidFill>
                  <a:schemeClr val="dk1"/>
                </a:solidFill>
                <a:effectLst/>
                <a:uFillTx/>
                <a:latin typeface="Calibri"/>
              </a:rPr>
              <a:t>x</a:t>
            </a:r>
            <a:r>
              <a:rPr b="0" lang="en-US" sz="2800" strike="noStrike" u="none">
                <a:solidFill>
                  <a:schemeClr val="dk1"/>
                </a:solidFill>
                <a:effectLst/>
                <a:uFillTx/>
                <a:latin typeface="Calibri"/>
              </a:rPr>
              <a:t> ומחשב את הסכום: </a:t>
            </a:r>
            <a:r>
              <a:rPr b="0" lang="en-US" sz="2800" strike="noStrike" u="none">
                <a:solidFill>
                  <a:schemeClr val="dk1"/>
                </a:solidFill>
                <a:effectLst/>
                <a:uFillTx/>
                <a:latin typeface="Calibri"/>
              </a:rPr>
              <a:t>x+2x+3x+ … + x*x</a:t>
            </a:r>
            <a:r>
              <a:rPr b="0" lang="en-US" sz="2800" strike="noStrike" u="none" baseline="30000">
                <a:solidFill>
                  <a:schemeClr val="dk1"/>
                </a:solidFill>
                <a:effectLst/>
                <a:uFillTx/>
                <a:latin typeface="Calibri"/>
              </a:rPr>
              <a:t> </a:t>
            </a:r>
            <a:r>
              <a:rPr b="0" lang="en-US" sz="2800" strike="noStrike" u="none">
                <a:solidFill>
                  <a:schemeClr val="dk1"/>
                </a:solidFill>
                <a:effectLst/>
                <a:uFillTx/>
                <a:latin typeface="Calibri"/>
              </a:rPr>
              <a:t>. לבסוף התהליך מדפיס את הסכום</a:t>
            </a:r>
            <a:endParaRPr b="0" lang="en-US" sz="2800" strike="noStrike" u="none">
              <a:solidFill>
                <a:schemeClr val="dk1"/>
              </a:solidFill>
              <a:effectLst/>
              <a:uFillTx/>
              <a:latin typeface="Calibri"/>
            </a:endParaRPr>
          </a:p>
          <a:p>
            <a:pPr marL="514440" indent="-514440" algn="r" defTabSz="914400" rtl="1">
              <a:lnSpc>
                <a:spcPct val="90000"/>
              </a:lnSpc>
              <a:spcBef>
                <a:spcPts val="1001"/>
              </a:spcBef>
              <a:buClr>
                <a:srgbClr val="000000"/>
              </a:buClr>
              <a:buFont typeface="Calibri Light"/>
              <a:buAutoNum type="arabicPeriod"/>
            </a:pPr>
            <a:r>
              <a:rPr b="0" lang="he-IL" sz="2800" strike="noStrike" u="none">
                <a:solidFill>
                  <a:schemeClr val="dk1"/>
                </a:solidFill>
                <a:effectLst/>
                <a:uFillTx/>
                <a:latin typeface="Calibri"/>
              </a:rPr>
              <a:t>התהליך השני מקבל קלט מהמשתמש – מספר שלם </a:t>
            </a:r>
            <a:r>
              <a:rPr b="0" lang="en-US" sz="2800" strike="noStrike" u="none">
                <a:solidFill>
                  <a:schemeClr val="dk1"/>
                </a:solidFill>
                <a:effectLst/>
                <a:uFillTx/>
                <a:latin typeface="Calibri"/>
              </a:rPr>
              <a:t>y</a:t>
            </a:r>
            <a:r>
              <a:rPr b="0" lang="en-US" sz="2800" strike="noStrike" u="none">
                <a:solidFill>
                  <a:schemeClr val="dk1"/>
                </a:solidFill>
                <a:effectLst/>
                <a:uFillTx/>
                <a:latin typeface="Calibri"/>
              </a:rPr>
              <a:t> ומחשב את הסכום </a:t>
            </a:r>
            <a:r>
              <a:rPr b="0" lang="en-US" sz="2800" strike="noStrike" u="none">
                <a:solidFill>
                  <a:schemeClr val="dk1"/>
                </a:solidFill>
                <a:effectLst/>
                <a:uFillTx/>
                <a:latin typeface="Calibri"/>
              </a:rPr>
              <a:t>y+(y+1)+(y+2)+…+(y+y)</a:t>
            </a:r>
            <a:r>
              <a:rPr b="0" lang="en-US" sz="2800" strike="noStrike" u="none">
                <a:solidFill>
                  <a:schemeClr val="dk1"/>
                </a:solidFill>
                <a:effectLst/>
                <a:uFillTx/>
                <a:latin typeface="Calibri"/>
              </a:rPr>
              <a:t> . לבסוף התהליך מדפיס את הסכום</a:t>
            </a:r>
            <a:endParaRPr b="0" lang="en-US" sz="2800" strike="noStrike" u="none">
              <a:solidFill>
                <a:schemeClr val="dk1"/>
              </a:solidFill>
              <a:effectLst/>
              <a:uFillTx/>
              <a:latin typeface="Calibri"/>
            </a:endParaRPr>
          </a:p>
          <a:p>
            <a:pPr marL="514440" indent="-514440" algn="r" defTabSz="914400" rtl="1">
              <a:lnSpc>
                <a:spcPct val="90000"/>
              </a:lnSpc>
              <a:spcBef>
                <a:spcPts val="1001"/>
              </a:spcBef>
              <a:buClr>
                <a:srgbClr val="000000"/>
              </a:buClr>
              <a:buFont typeface="Calibri Light"/>
              <a:buAutoNum type="arabicPeriod"/>
            </a:pPr>
            <a:r>
              <a:rPr b="0" lang="he-IL" sz="2800" strike="noStrike" u="none">
                <a:solidFill>
                  <a:schemeClr val="dk1"/>
                </a:solidFill>
                <a:effectLst/>
                <a:uFillTx/>
                <a:latin typeface="Calibri"/>
              </a:rPr>
              <a:t>תהליך האבא ישתמש בפקודת </a:t>
            </a:r>
            <a:r>
              <a:rPr b="0" lang="en-US" sz="2800" strike="noStrike" u="none">
                <a:solidFill>
                  <a:schemeClr val="dk1"/>
                </a:solidFill>
                <a:effectLst/>
                <a:uFillTx/>
                <a:latin typeface="Calibri"/>
              </a:rPr>
              <a:t>sleep(100)</a:t>
            </a:r>
            <a:r>
              <a:rPr b="0" lang="en-US" sz="2800" strike="noStrike" u="none">
                <a:solidFill>
                  <a:schemeClr val="dk1"/>
                </a:solidFill>
                <a:effectLst/>
                <a:uFillTx/>
                <a:latin typeface="Calibri"/>
              </a:rPr>
              <a:t> לאחר יצירת שני הבנים</a:t>
            </a:r>
            <a:endParaRPr b="0" lang="en-US" sz="2800" strike="noStrike" u="none">
              <a:solidFill>
                <a:schemeClr val="dk1"/>
              </a:solidFill>
              <a:effectLst/>
              <a:uFillTx/>
              <a:latin typeface="Calibri"/>
            </a:endParaRPr>
          </a:p>
          <a:p>
            <a:pPr indent="0" algn="r" defTabSz="914400" rtl="1">
              <a:lnSpc>
                <a:spcPct val="90000"/>
              </a:lnSpc>
              <a:spcBef>
                <a:spcPts val="1001"/>
              </a:spcBef>
              <a:buNone/>
            </a:pPr>
            <a:endParaRPr b="0" lang="en-US" sz="2800" strike="noStrike" u="none">
              <a:solidFill>
                <a:schemeClr val="dk1"/>
              </a:solidFill>
              <a:effectLst/>
              <a:uFillTx/>
              <a:latin typeface="Calibri"/>
            </a:endParaRPr>
          </a:p>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יש להשים לב שהתהליך הראשון לא יבצע את משימה </a:t>
            </a:r>
            <a:r>
              <a:rPr b="0" lang="en-US" sz="2800" strike="noStrike" u="none">
                <a:solidFill>
                  <a:schemeClr val="dk1"/>
                </a:solidFill>
                <a:effectLst/>
                <a:uFillTx/>
                <a:latin typeface="Calibri"/>
              </a:rPr>
              <a:t>2</a:t>
            </a:r>
            <a:r>
              <a:rPr b="0" lang="en-US" sz="2800" strike="noStrike" u="none">
                <a:solidFill>
                  <a:schemeClr val="dk1"/>
                </a:solidFill>
                <a:effectLst/>
                <a:uFillTx/>
                <a:latin typeface="Calibri"/>
              </a:rPr>
              <a:t> בנוסף למשימה </a:t>
            </a:r>
            <a:r>
              <a:rPr b="0" lang="en-US" sz="2800" strike="noStrike" u="none">
                <a:solidFill>
                  <a:schemeClr val="dk1"/>
                </a:solidFill>
                <a:effectLst/>
                <a:uFillTx/>
                <a:latin typeface="Calibri"/>
              </a:rPr>
              <a:t>1</a:t>
            </a:r>
            <a:r>
              <a:rPr b="0" lang="en-US" sz="2800" strike="noStrike" u="none">
                <a:solidFill>
                  <a:schemeClr val="dk1"/>
                </a:solidFill>
                <a:effectLst/>
                <a:uFillTx/>
                <a:latin typeface="Calibri"/>
              </a:rPr>
              <a:t>, וכן לא יצור תהליך בן נוסף</a:t>
            </a:r>
            <a:endParaRPr b="0" lang="en-US" sz="2800" strike="noStrike" u="none">
              <a:solidFill>
                <a:schemeClr val="dk1"/>
              </a:solidFill>
              <a:effectLst/>
              <a:uFillTx/>
              <a:latin typeface="Calibri"/>
            </a:endParaRPr>
          </a:p>
          <a:p>
            <a:pPr indent="0" algn="r" defTabSz="914400" rtl="1">
              <a:lnSpc>
                <a:spcPct val="90000"/>
              </a:lnSpc>
              <a:spcBef>
                <a:spcPts val="1001"/>
              </a:spcBef>
              <a:buNone/>
              <a:tabLst>
                <a:tab algn="l" pos="0"/>
              </a:tabLst>
            </a:pPr>
            <a:endParaRPr b="0" lang="en-US" sz="28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813240" y="0"/>
            <a:ext cx="10515240" cy="751320"/>
          </a:xfrm>
          <a:prstGeom prst="rect">
            <a:avLst/>
          </a:prstGeom>
          <a:noFill/>
          <a:ln w="0">
            <a:noFill/>
          </a:ln>
        </p:spPr>
        <p:txBody>
          <a:bodyPr lIns="91440" rIns="91440" tIns="45720" bIns="45720" anchor="ctr">
            <a:normAutofit fontScale="77500" lnSpcReduction="19999"/>
          </a:bodyPr>
          <a:p>
            <a:pPr indent="0" algn="ctr" defTabSz="914400">
              <a:lnSpc>
                <a:spcPct val="90000"/>
              </a:lnSpc>
              <a:buNone/>
            </a:pPr>
            <a:r>
              <a:rPr b="0" lang="en-US" sz="4400" strike="noStrike" u="none">
                <a:solidFill>
                  <a:srgbClr val="000000"/>
                </a:solidFill>
                <a:effectLst/>
                <a:uFillTx/>
                <a:latin typeface="Calibri Light"/>
              </a:rPr>
              <a:t>Processes</a:t>
            </a:r>
            <a:br>
              <a:rPr sz="4400"/>
            </a:br>
            <a:r>
              <a:rPr b="0" lang="en-US" sz="2800" strike="noStrike" u="none">
                <a:solidFill>
                  <a:srgbClr val="000000"/>
                </a:solidFill>
                <a:effectLst/>
                <a:uFillTx/>
                <a:latin typeface="Calibri Light"/>
              </a:rPr>
              <a:t>Process Creation</a:t>
            </a:r>
            <a:endParaRPr b="0" lang="en-US" sz="2800" strike="noStrike" u="none">
              <a:solidFill>
                <a:schemeClr val="dk1"/>
              </a:solidFill>
              <a:effectLst/>
              <a:uFillTx/>
              <a:latin typeface="Calibri"/>
            </a:endParaRPr>
          </a:p>
        </p:txBody>
      </p:sp>
      <p:sp>
        <p:nvSpPr>
          <p:cNvPr id="140" name="PlaceHolder 2"/>
          <p:cNvSpPr>
            <a:spLocks noGrp="1"/>
          </p:cNvSpPr>
          <p:nvPr>
            <p:ph/>
          </p:nvPr>
        </p:nvSpPr>
        <p:spPr>
          <a:xfrm>
            <a:off x="0" y="839160"/>
            <a:ext cx="12191760" cy="53373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1" i="1" lang="en-US" sz="2000" strike="noStrike" u="none">
                <a:solidFill>
                  <a:schemeClr val="dk1"/>
                </a:solidFill>
                <a:effectLst/>
                <a:uFillTx/>
                <a:latin typeface="Calibri"/>
              </a:rPr>
              <a:t>execl, execlp, execle, exect, execv, execvp: </a:t>
            </a:r>
            <a:r>
              <a:rPr b="0" lang="en-US" sz="2000" strike="noStrike" u="none">
                <a:solidFill>
                  <a:schemeClr val="dk1"/>
                </a:solidFill>
                <a:effectLst/>
                <a:uFillTx/>
                <a:latin typeface="Calibri"/>
              </a:rPr>
              <a:t>execute a file. These functions replace the content of the program with a new program that will run from its beginning with its variables. The function doesn't create a new process, it just replaces the current executing program.</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1" lang="en-US" sz="2000" strike="noStrike" u="none">
                <a:solidFill>
                  <a:schemeClr val="dk1"/>
                </a:solidFill>
                <a:effectLst/>
                <a:uFillTx/>
                <a:latin typeface="Calibri"/>
              </a:rPr>
              <a:t>DESCRIPTION</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000" strike="noStrike" u="none">
                <a:solidFill>
                  <a:schemeClr val="dk1"/>
                </a:solidFill>
                <a:effectLst/>
                <a:uFillTx/>
                <a:latin typeface="Calibri"/>
              </a:rPr>
              <a:t>The </a:t>
            </a:r>
            <a:r>
              <a:rPr b="1" lang="en-US" sz="2000" strike="noStrike" u="none">
                <a:solidFill>
                  <a:schemeClr val="dk1"/>
                </a:solidFill>
                <a:effectLst/>
                <a:uFillTx/>
                <a:latin typeface="Calibri"/>
              </a:rPr>
              <a:t>exec </a:t>
            </a:r>
            <a:r>
              <a:rPr b="0" lang="en-US" sz="2000" strike="noStrike" u="none">
                <a:solidFill>
                  <a:schemeClr val="dk1"/>
                </a:solidFill>
                <a:effectLst/>
                <a:uFillTx/>
                <a:latin typeface="Calibri"/>
              </a:rPr>
              <a:t>family of functions replaces the current process image with a new process image. The initial argument for these functions is the pathname of a file which is to be executed. The first argument of the argv list/array, by convention, should point to the file name associated with the file being executed. The list of arguments </a:t>
            </a:r>
            <a:r>
              <a:rPr b="0" i="1" lang="en-US" sz="2000" strike="noStrike" u="none">
                <a:solidFill>
                  <a:schemeClr val="dk1"/>
                </a:solidFill>
                <a:effectLst/>
                <a:uFillTx/>
                <a:latin typeface="Calibri"/>
              </a:rPr>
              <a:t>must </a:t>
            </a:r>
            <a:r>
              <a:rPr b="0" lang="en-US" sz="2000" strike="noStrike" u="none">
                <a:solidFill>
                  <a:schemeClr val="dk1"/>
                </a:solidFill>
                <a:effectLst/>
                <a:uFillTx/>
                <a:latin typeface="Calibri"/>
              </a:rPr>
              <a:t>be terminated by a NULL pointer. The </a:t>
            </a:r>
            <a:r>
              <a:rPr b="1" lang="en-US" sz="2000" strike="noStrike" u="none">
                <a:solidFill>
                  <a:schemeClr val="dk1"/>
                </a:solidFill>
                <a:effectLst/>
                <a:uFillTx/>
                <a:latin typeface="Calibri"/>
              </a:rPr>
              <a:t>execle</a:t>
            </a:r>
            <a:r>
              <a:rPr b="0" lang="en-US" sz="2000" strike="noStrike" u="none">
                <a:solidFill>
                  <a:schemeClr val="dk1"/>
                </a:solidFill>
                <a:effectLst/>
                <a:uFillTx/>
                <a:latin typeface="Calibri"/>
              </a:rPr>
              <a:t>()function also specify the environment of the executed process by following the NULL pointer that terminates the list of arguments in the parameter list or the pointer to the argv array with an additional parameter. This additional parameter is an array of pointers to null-terminated strings and</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0" i="1" lang="en-US" sz="2000" strike="noStrike" u="none">
                <a:solidFill>
                  <a:schemeClr val="dk1"/>
                </a:solidFill>
                <a:effectLst/>
                <a:uFillTx/>
                <a:latin typeface="Calibri"/>
              </a:rPr>
              <a:t>must </a:t>
            </a:r>
            <a:r>
              <a:rPr b="0" lang="en-US" sz="2000" strike="noStrike" u="none">
                <a:solidFill>
                  <a:schemeClr val="dk1"/>
                </a:solidFill>
                <a:effectLst/>
                <a:uFillTx/>
                <a:latin typeface="Calibri"/>
              </a:rPr>
              <a:t>be terminated by a NULL pointer.  </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endParaRPr b="0" lang="en-US" sz="2000" strike="noStrike" u="none">
              <a:solidFill>
                <a:schemeClr val="dk1"/>
              </a:solidFill>
              <a:effectLst/>
              <a:uFillTx/>
              <a:latin typeface="Calibri"/>
            </a:endParaRPr>
          </a:p>
        </p:txBody>
      </p:sp>
      <p:sp>
        <p:nvSpPr>
          <p:cNvPr id="4" name="PlaceHolder 3"/>
          <p:cNvSpPr>
            <a:spLocks noGrp="1"/>
          </p:cNvSpPr>
          <p:nvPr>
            <p:ph type="ftr" idx="2"/>
          </p:nvPr>
        </p:nvSpPr>
        <p:spPr/>
        <p:txBody>
          <a:bodyPr/>
          <a:p>
            <a:r>
              <a:t>גיא יחזקאל</a:t>
            </a: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813240" y="0"/>
            <a:ext cx="10515240" cy="751320"/>
          </a:xfrm>
          <a:prstGeom prst="rect">
            <a:avLst/>
          </a:prstGeom>
          <a:noFill/>
          <a:ln w="0">
            <a:noFill/>
          </a:ln>
        </p:spPr>
        <p:txBody>
          <a:bodyPr lIns="91440" rIns="91440" tIns="45720" bIns="45720" anchor="ctr">
            <a:normAutofit fontScale="77500" lnSpcReduction="19999"/>
          </a:bodyPr>
          <a:p>
            <a:pPr indent="0" algn="ctr" defTabSz="914400">
              <a:lnSpc>
                <a:spcPct val="90000"/>
              </a:lnSpc>
              <a:buNone/>
            </a:pPr>
            <a:r>
              <a:rPr b="0" lang="en-US" sz="4400" strike="noStrike" u="none">
                <a:solidFill>
                  <a:srgbClr val="000000"/>
                </a:solidFill>
                <a:effectLst/>
                <a:uFillTx/>
                <a:latin typeface="Calibri Light"/>
              </a:rPr>
              <a:t>Processes</a:t>
            </a:r>
            <a:br>
              <a:rPr sz="4400"/>
            </a:br>
            <a:r>
              <a:rPr b="0" lang="en-US" sz="2800" strike="noStrike" u="none">
                <a:solidFill>
                  <a:srgbClr val="000000"/>
                </a:solidFill>
                <a:effectLst/>
                <a:uFillTx/>
                <a:latin typeface="Calibri Light"/>
              </a:rPr>
              <a:t>Process Creation</a:t>
            </a:r>
            <a:endParaRPr b="0" lang="en-US" sz="2800" strike="noStrike" u="none">
              <a:solidFill>
                <a:schemeClr val="dk1"/>
              </a:solidFill>
              <a:effectLst/>
              <a:uFillTx/>
              <a:latin typeface="Calibri"/>
            </a:endParaRPr>
          </a:p>
        </p:txBody>
      </p:sp>
      <p:sp>
        <p:nvSpPr>
          <p:cNvPr id="142" name="PlaceHolder 2"/>
          <p:cNvSpPr>
            <a:spLocks noGrp="1"/>
          </p:cNvSpPr>
          <p:nvPr>
            <p:ph/>
          </p:nvPr>
        </p:nvSpPr>
        <p:spPr>
          <a:xfrm>
            <a:off x="0" y="839160"/>
            <a:ext cx="12191760" cy="53373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1" lang="en-US" sz="2000" strike="noStrike" u="none">
                <a:solidFill>
                  <a:schemeClr val="dk1"/>
                </a:solidFill>
                <a:effectLst/>
                <a:uFillTx/>
                <a:latin typeface="Calibri"/>
              </a:rPr>
              <a:t>SYNOPSIS</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000" strike="noStrike" u="none">
                <a:solidFill>
                  <a:schemeClr val="dk1"/>
                </a:solidFill>
                <a:effectLst/>
                <a:uFillTx/>
                <a:latin typeface="Calibri"/>
              </a:rPr>
              <a:t>#include &lt;unistd.h&gt;</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000" strike="noStrike" u="sng">
                <a:solidFill>
                  <a:schemeClr val="dk1"/>
                </a:solidFill>
                <a:effectLst/>
                <a:uFillTx/>
                <a:latin typeface="Calibri"/>
              </a:rPr>
              <a:t>Receives the arguments as a NULL terminated list:</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0" i="1" lang="en-US" sz="2000" strike="noStrike" u="none">
                <a:solidFill>
                  <a:schemeClr val="dk1"/>
                </a:solidFill>
                <a:effectLst/>
                <a:uFillTx/>
                <a:latin typeface="Calibri"/>
              </a:rPr>
              <a:t>	</a:t>
            </a:r>
            <a:r>
              <a:rPr b="0" i="1" lang="en-US" sz="2000" strike="noStrike" u="none">
                <a:solidFill>
                  <a:schemeClr val="dk1"/>
                </a:solidFill>
                <a:effectLst/>
                <a:uFillTx/>
                <a:latin typeface="Calibri"/>
              </a:rPr>
              <a:t>int </a:t>
            </a:r>
            <a:r>
              <a:rPr b="0" lang="en-US" sz="2000" strike="noStrike" u="none">
                <a:solidFill>
                  <a:schemeClr val="dk1"/>
                </a:solidFill>
                <a:effectLst/>
                <a:uFillTx/>
                <a:latin typeface="Calibri"/>
              </a:rPr>
              <a:t>execl(</a:t>
            </a:r>
            <a:r>
              <a:rPr b="0" i="1" lang="en-US" sz="2000" strike="noStrike" u="none">
                <a:solidFill>
                  <a:schemeClr val="dk1"/>
                </a:solidFill>
                <a:effectLst/>
                <a:uFillTx/>
                <a:latin typeface="Calibri"/>
              </a:rPr>
              <a:t>const char *</a:t>
            </a:r>
            <a:r>
              <a:rPr b="1" i="1" lang="en-US" sz="2000" strike="noStrike" u="none">
                <a:solidFill>
                  <a:schemeClr val="dk1"/>
                </a:solidFill>
                <a:effectLst/>
                <a:uFillTx/>
                <a:latin typeface="Calibri"/>
              </a:rPr>
              <a:t>path</a:t>
            </a:r>
            <a:r>
              <a:rPr b="0" lang="en-US" sz="2000" strike="noStrike" u="none">
                <a:solidFill>
                  <a:schemeClr val="dk1"/>
                </a:solidFill>
                <a:effectLst/>
                <a:uFillTx/>
                <a:latin typeface="Calibri"/>
              </a:rPr>
              <a:t>, </a:t>
            </a:r>
            <a:r>
              <a:rPr b="0" i="1" lang="en-US" sz="2000" strike="noStrike" u="none">
                <a:solidFill>
                  <a:schemeClr val="dk1"/>
                </a:solidFill>
                <a:effectLst/>
                <a:uFillTx/>
                <a:latin typeface="Calibri"/>
              </a:rPr>
              <a:t>const char *arg0</a:t>
            </a:r>
            <a:r>
              <a:rPr b="0" lang="en-US" sz="2000" strike="noStrike" u="none">
                <a:solidFill>
                  <a:schemeClr val="dk1"/>
                </a:solidFill>
                <a:effectLst/>
                <a:uFillTx/>
                <a:latin typeface="Calibri"/>
              </a:rPr>
              <a:t>, const char *arg1, …, const char *argn, NULL);</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0" i="1" lang="en-US" sz="2000" strike="noStrike" u="none">
                <a:solidFill>
                  <a:schemeClr val="dk1"/>
                </a:solidFill>
                <a:effectLst/>
                <a:uFillTx/>
                <a:latin typeface="Calibri"/>
              </a:rPr>
              <a:t>	</a:t>
            </a:r>
            <a:r>
              <a:rPr b="0" i="1" lang="en-US" sz="2000" strike="noStrike" u="none">
                <a:solidFill>
                  <a:schemeClr val="dk1"/>
                </a:solidFill>
                <a:effectLst/>
                <a:uFillTx/>
                <a:latin typeface="Calibri"/>
              </a:rPr>
              <a:t>int </a:t>
            </a:r>
            <a:r>
              <a:rPr b="0" lang="en-US" sz="2000" strike="noStrike" u="none">
                <a:solidFill>
                  <a:schemeClr val="dk1"/>
                </a:solidFill>
                <a:effectLst/>
                <a:uFillTx/>
                <a:latin typeface="Calibri"/>
              </a:rPr>
              <a:t>execlp(</a:t>
            </a:r>
            <a:r>
              <a:rPr b="0" i="1" lang="en-US" sz="2000" strike="noStrike" u="none">
                <a:solidFill>
                  <a:schemeClr val="dk1"/>
                </a:solidFill>
                <a:effectLst/>
                <a:uFillTx/>
                <a:latin typeface="Calibri"/>
              </a:rPr>
              <a:t>const char *</a:t>
            </a:r>
            <a:r>
              <a:rPr b="1" i="1" lang="en-US" sz="2000" strike="noStrike" u="none">
                <a:solidFill>
                  <a:schemeClr val="dk1"/>
                </a:solidFill>
                <a:effectLst/>
                <a:uFillTx/>
                <a:latin typeface="Calibri"/>
              </a:rPr>
              <a:t>file</a:t>
            </a:r>
            <a:r>
              <a:rPr b="0" lang="en-US" sz="2000" strike="noStrike" u="none">
                <a:solidFill>
                  <a:schemeClr val="dk1"/>
                </a:solidFill>
                <a:effectLst/>
                <a:uFillTx/>
                <a:latin typeface="Calibri"/>
              </a:rPr>
              <a:t>, </a:t>
            </a:r>
            <a:r>
              <a:rPr b="0" i="1" lang="en-US" sz="2000" strike="noStrike" u="none">
                <a:solidFill>
                  <a:schemeClr val="dk1"/>
                </a:solidFill>
                <a:effectLst/>
                <a:uFillTx/>
                <a:latin typeface="Calibri"/>
              </a:rPr>
              <a:t>const char *arg0</a:t>
            </a:r>
            <a:r>
              <a:rPr b="0" lang="en-US" sz="2000" strike="noStrike" u="none">
                <a:solidFill>
                  <a:schemeClr val="dk1"/>
                </a:solidFill>
                <a:effectLst/>
                <a:uFillTx/>
                <a:latin typeface="Calibri"/>
              </a:rPr>
              <a:t>, const char *arg1, …, const char *argn, NULL);</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000" strike="noStrike" u="sng">
                <a:solidFill>
                  <a:schemeClr val="dk1"/>
                </a:solidFill>
                <a:effectLst/>
                <a:uFillTx/>
                <a:latin typeface="Calibri"/>
              </a:rPr>
              <a:t>Receives the arguments as an arguments' array:</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0" i="1" lang="en-US" sz="2000" strike="noStrike" u="none">
                <a:solidFill>
                  <a:schemeClr val="dk1"/>
                </a:solidFill>
                <a:effectLst/>
                <a:uFillTx/>
                <a:latin typeface="Calibri"/>
              </a:rPr>
              <a:t>	</a:t>
            </a:r>
            <a:r>
              <a:rPr b="0" i="1" lang="en-US" sz="2000" strike="noStrike" u="none">
                <a:solidFill>
                  <a:schemeClr val="dk1"/>
                </a:solidFill>
                <a:effectLst/>
                <a:uFillTx/>
                <a:latin typeface="Calibri"/>
              </a:rPr>
              <a:t>int </a:t>
            </a:r>
            <a:r>
              <a:rPr b="0" lang="en-US" sz="2000" strike="noStrike" u="none">
                <a:solidFill>
                  <a:schemeClr val="dk1"/>
                </a:solidFill>
                <a:effectLst/>
                <a:uFillTx/>
                <a:latin typeface="Calibri"/>
              </a:rPr>
              <a:t>execv(</a:t>
            </a:r>
            <a:r>
              <a:rPr b="0" i="1" lang="en-US" sz="2000" strike="noStrike" u="none">
                <a:solidFill>
                  <a:schemeClr val="dk1"/>
                </a:solidFill>
                <a:effectLst/>
                <a:uFillTx/>
                <a:latin typeface="Calibri"/>
              </a:rPr>
              <a:t>const char *</a:t>
            </a:r>
            <a:r>
              <a:rPr b="1" i="1" lang="en-US" sz="2000" strike="noStrike" u="none">
                <a:solidFill>
                  <a:schemeClr val="dk1"/>
                </a:solidFill>
                <a:effectLst/>
                <a:uFillTx/>
                <a:latin typeface="Calibri"/>
              </a:rPr>
              <a:t>path</a:t>
            </a:r>
            <a:r>
              <a:rPr b="0" lang="en-US" sz="2000" strike="noStrike" u="none">
                <a:solidFill>
                  <a:schemeClr val="dk1"/>
                </a:solidFill>
                <a:effectLst/>
                <a:uFillTx/>
                <a:latin typeface="Calibri"/>
              </a:rPr>
              <a:t>, </a:t>
            </a:r>
            <a:r>
              <a:rPr b="0" i="1" lang="en-US" sz="2000" strike="noStrike" u="none">
                <a:solidFill>
                  <a:schemeClr val="dk1"/>
                </a:solidFill>
                <a:effectLst/>
                <a:uFillTx/>
                <a:latin typeface="Calibri"/>
              </a:rPr>
              <a:t>char *const argv[]</a:t>
            </a:r>
            <a:r>
              <a:rPr b="0" lang="en-US" sz="2000" strike="noStrike" u="none">
                <a:solidFill>
                  <a:schemeClr val="dk1"/>
                </a:solidFill>
                <a:effectLst/>
                <a:uFillTx/>
                <a:latin typeface="Calibri"/>
              </a:rPr>
              <a:t>);</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0" i="1" lang="en-US" sz="2000" strike="noStrike" u="none">
                <a:solidFill>
                  <a:schemeClr val="dk1"/>
                </a:solidFill>
                <a:effectLst/>
                <a:uFillTx/>
                <a:latin typeface="Calibri"/>
              </a:rPr>
              <a:t>	</a:t>
            </a:r>
            <a:r>
              <a:rPr b="0" i="1" lang="en-US" sz="2000" strike="noStrike" u="none">
                <a:solidFill>
                  <a:schemeClr val="dk1"/>
                </a:solidFill>
                <a:effectLst/>
                <a:uFillTx/>
                <a:latin typeface="Calibri"/>
              </a:rPr>
              <a:t>int </a:t>
            </a:r>
            <a:r>
              <a:rPr b="0" lang="en-US" sz="2000" strike="noStrike" u="none">
                <a:solidFill>
                  <a:schemeClr val="dk1"/>
                </a:solidFill>
                <a:effectLst/>
                <a:uFillTx/>
                <a:latin typeface="Calibri"/>
              </a:rPr>
              <a:t>execvp(</a:t>
            </a:r>
            <a:r>
              <a:rPr b="0" i="1" lang="en-US" sz="2000" strike="noStrike" u="none">
                <a:solidFill>
                  <a:schemeClr val="dk1"/>
                </a:solidFill>
                <a:effectLst/>
                <a:uFillTx/>
                <a:latin typeface="Calibri"/>
              </a:rPr>
              <a:t>const char *</a:t>
            </a:r>
            <a:r>
              <a:rPr b="1" i="1" lang="en-US" sz="2000" strike="noStrike" u="none">
                <a:solidFill>
                  <a:schemeClr val="dk1"/>
                </a:solidFill>
                <a:effectLst/>
                <a:uFillTx/>
                <a:latin typeface="Calibri"/>
              </a:rPr>
              <a:t>file</a:t>
            </a:r>
            <a:r>
              <a:rPr b="0" lang="en-US" sz="2000" strike="noStrike" u="none">
                <a:solidFill>
                  <a:schemeClr val="dk1"/>
                </a:solidFill>
                <a:effectLst/>
                <a:uFillTx/>
                <a:latin typeface="Calibri"/>
              </a:rPr>
              <a:t>, </a:t>
            </a:r>
            <a:r>
              <a:rPr b="0" i="1" lang="en-US" sz="2000" strike="noStrike" u="none">
                <a:solidFill>
                  <a:schemeClr val="dk1"/>
                </a:solidFill>
                <a:effectLst/>
                <a:uFillTx/>
                <a:latin typeface="Calibri"/>
              </a:rPr>
              <a:t>char *const argv[]</a:t>
            </a:r>
            <a:r>
              <a:rPr b="0" lang="en-US" sz="2000" strike="noStrike" u="none">
                <a:solidFill>
                  <a:schemeClr val="dk1"/>
                </a:solidFill>
                <a:effectLst/>
                <a:uFillTx/>
                <a:latin typeface="Calibri"/>
              </a:rPr>
              <a:t>);</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000" strike="noStrike" u="none">
                <a:solidFill>
                  <a:schemeClr val="dk1"/>
                </a:solidFill>
                <a:effectLst/>
                <a:uFillTx/>
                <a:latin typeface="Calibri"/>
              </a:rPr>
              <a:t>	</a:t>
            </a:r>
            <a:r>
              <a:rPr b="0" lang="en-US" sz="2000" strike="noStrike" u="none">
                <a:solidFill>
                  <a:schemeClr val="dk1"/>
                </a:solidFill>
                <a:effectLst/>
                <a:uFillTx/>
                <a:latin typeface="Calibri"/>
              </a:rPr>
              <a:t>argv must end with NULL</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1" lang="en-US" sz="2000" strike="noStrike" u="none">
                <a:solidFill>
                  <a:schemeClr val="dk1"/>
                </a:solidFill>
                <a:effectLst/>
                <a:uFillTx/>
                <a:latin typeface="Calibri"/>
              </a:rPr>
              <a:t>RETURN VALUES</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000" strike="noStrike" u="none">
                <a:solidFill>
                  <a:schemeClr val="dk1"/>
                </a:solidFill>
                <a:effectLst/>
                <a:uFillTx/>
                <a:latin typeface="Calibri"/>
              </a:rPr>
              <a:t>	</a:t>
            </a:r>
            <a:r>
              <a:rPr b="0" lang="en-US" sz="2000" strike="noStrike" u="none">
                <a:solidFill>
                  <a:schemeClr val="dk1"/>
                </a:solidFill>
                <a:effectLst/>
                <a:uFillTx/>
                <a:latin typeface="Calibri"/>
              </a:rPr>
              <a:t>If any of the exec functions returns, an error will have occurred. The return value is -1, and the global</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000" strike="noStrike" u="none">
                <a:solidFill>
                  <a:schemeClr val="dk1"/>
                </a:solidFill>
                <a:effectLst/>
                <a:uFillTx/>
                <a:latin typeface="Calibri"/>
              </a:rPr>
              <a:t>	</a:t>
            </a:r>
            <a:r>
              <a:rPr b="0" lang="en-US" sz="2000" strike="noStrike" u="none">
                <a:solidFill>
                  <a:schemeClr val="dk1"/>
                </a:solidFill>
                <a:effectLst/>
                <a:uFillTx/>
                <a:latin typeface="Calibri"/>
              </a:rPr>
              <a:t>variable </a:t>
            </a:r>
            <a:r>
              <a:rPr b="0" i="1" lang="en-US" sz="2000" strike="noStrike" u="none">
                <a:solidFill>
                  <a:schemeClr val="dk1"/>
                </a:solidFill>
                <a:effectLst/>
                <a:uFillTx/>
                <a:latin typeface="Calibri"/>
              </a:rPr>
              <a:t>errno </a:t>
            </a:r>
            <a:r>
              <a:rPr b="0" lang="en-US" sz="2000" strike="noStrike" u="none">
                <a:solidFill>
                  <a:schemeClr val="dk1"/>
                </a:solidFill>
                <a:effectLst/>
                <a:uFillTx/>
                <a:latin typeface="Calibri"/>
              </a:rPr>
              <a:t>will be set to indicate the error.</a:t>
            </a:r>
            <a:endParaRPr b="0" lang="en-US" sz="2000" strike="noStrike" u="none">
              <a:solidFill>
                <a:schemeClr val="dk1"/>
              </a:solidFill>
              <a:effectLst/>
              <a:uFillTx/>
              <a:latin typeface="Calibri"/>
            </a:endParaRPr>
          </a:p>
        </p:txBody>
      </p:sp>
      <p:sp>
        <p:nvSpPr>
          <p:cNvPr id="4" name="PlaceHolder 3"/>
          <p:cNvSpPr>
            <a:spLocks noGrp="1"/>
          </p:cNvSpPr>
          <p:nvPr>
            <p:ph type="ftr" idx="2"/>
          </p:nvPr>
        </p:nvSpPr>
        <p:spPr/>
        <p:txBody>
          <a:bodyPr/>
          <a:p>
            <a:r>
              <a:t>גיא יחזקאל</a:t>
            </a: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813240" y="0"/>
            <a:ext cx="10515240" cy="751320"/>
          </a:xfrm>
          <a:prstGeom prst="rect">
            <a:avLst/>
          </a:prstGeom>
          <a:noFill/>
          <a:ln w="0">
            <a:noFill/>
          </a:ln>
        </p:spPr>
        <p:txBody>
          <a:bodyPr lIns="91440" rIns="91440" tIns="45720" bIns="45720" anchor="ctr">
            <a:normAutofit fontScale="77500" lnSpcReduction="19999"/>
          </a:bodyPr>
          <a:p>
            <a:pPr indent="0" algn="ctr" defTabSz="914400">
              <a:lnSpc>
                <a:spcPct val="90000"/>
              </a:lnSpc>
              <a:buNone/>
            </a:pPr>
            <a:r>
              <a:rPr b="0" lang="en-US" sz="4400" strike="noStrike" u="none">
                <a:solidFill>
                  <a:srgbClr val="000000"/>
                </a:solidFill>
                <a:effectLst/>
                <a:uFillTx/>
                <a:latin typeface="Calibri Light"/>
              </a:rPr>
              <a:t>Processes</a:t>
            </a:r>
            <a:br>
              <a:rPr sz="4400"/>
            </a:br>
            <a:r>
              <a:rPr b="0" lang="en-US" sz="2800" strike="noStrike" u="none">
                <a:solidFill>
                  <a:srgbClr val="000000"/>
                </a:solidFill>
                <a:effectLst/>
                <a:uFillTx/>
                <a:latin typeface="Calibri Light"/>
              </a:rPr>
              <a:t>Process Creation</a:t>
            </a:r>
            <a:endParaRPr b="0" lang="en-US" sz="2800" strike="noStrike" u="none">
              <a:solidFill>
                <a:schemeClr val="dk1"/>
              </a:solidFill>
              <a:effectLst/>
              <a:uFillTx/>
              <a:latin typeface="Calibri"/>
            </a:endParaRPr>
          </a:p>
        </p:txBody>
      </p:sp>
      <p:sp>
        <p:nvSpPr>
          <p:cNvPr id="144" name="PlaceHolder 2"/>
          <p:cNvSpPr>
            <a:spLocks noGrp="1"/>
          </p:cNvSpPr>
          <p:nvPr>
            <p:ph/>
          </p:nvPr>
        </p:nvSpPr>
        <p:spPr>
          <a:xfrm>
            <a:off x="0" y="839160"/>
            <a:ext cx="12191760" cy="53373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000" strike="noStrike" u="none">
                <a:solidFill>
                  <a:schemeClr val="dk1"/>
                </a:solidFill>
                <a:effectLst/>
                <a:uFillTx/>
                <a:latin typeface="Calibri"/>
              </a:rPr>
              <a:t>“prog1”:</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000" strike="noStrike" u="none">
                <a:solidFill>
                  <a:schemeClr val="dk1"/>
                </a:solidFill>
                <a:effectLst/>
                <a:uFillTx/>
                <a:latin typeface="Calibri"/>
              </a:rPr>
              <a:t>#include &lt;sys/types.h&gt;</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000" strike="noStrike" u="none">
                <a:solidFill>
                  <a:schemeClr val="dk1"/>
                </a:solidFill>
                <a:effectLst/>
                <a:uFillTx/>
                <a:latin typeface="Calibri"/>
              </a:rPr>
              <a:t>int main()</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000" strike="noStrike" u="none">
                <a:solidFill>
                  <a:schemeClr val="dk1"/>
                </a:solidFill>
                <a:effectLst/>
                <a:uFillTx/>
                <a:latin typeface="Calibri"/>
              </a:rPr>
              <a:t>{</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000" strike="noStrike" u="none">
                <a:solidFill>
                  <a:schemeClr val="dk1"/>
                </a:solidFill>
                <a:effectLst/>
                <a:uFillTx/>
                <a:latin typeface="Calibri"/>
              </a:rPr>
              <a:t>	</a:t>
            </a:r>
            <a:r>
              <a:rPr b="0" lang="en-US" sz="2000" strike="noStrike" u="none">
                <a:solidFill>
                  <a:schemeClr val="dk1"/>
                </a:solidFill>
                <a:effectLst/>
                <a:uFillTx/>
                <a:latin typeface="Calibri"/>
              </a:rPr>
              <a:t>printf("1");</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000" strike="noStrike" u="none">
                <a:solidFill>
                  <a:schemeClr val="dk1"/>
                </a:solidFill>
                <a:effectLst/>
                <a:uFillTx/>
                <a:latin typeface="Calibri"/>
              </a:rPr>
              <a:t>	</a:t>
            </a:r>
            <a:r>
              <a:rPr b="0" lang="en-US" sz="2000" strike="noStrike" u="none">
                <a:solidFill>
                  <a:schemeClr val="dk1"/>
                </a:solidFill>
                <a:effectLst/>
                <a:uFillTx/>
                <a:latin typeface="Calibri"/>
              </a:rPr>
              <a:t>execl("prog2", "prog2", NULL);</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000" strike="noStrike" u="none">
                <a:solidFill>
                  <a:schemeClr val="dk1"/>
                </a:solidFill>
                <a:effectLst/>
                <a:uFillTx/>
                <a:latin typeface="Calibri"/>
              </a:rPr>
              <a:t>	</a:t>
            </a:r>
            <a:r>
              <a:rPr b="0" lang="en-US" sz="2000" strike="noStrike" u="none">
                <a:solidFill>
                  <a:schemeClr val="dk1"/>
                </a:solidFill>
                <a:effectLst/>
                <a:uFillTx/>
                <a:latin typeface="Calibri"/>
              </a:rPr>
              <a:t>printf("11");</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000" strike="noStrike" u="none">
                <a:solidFill>
                  <a:schemeClr val="dk1"/>
                </a:solidFill>
                <a:effectLst/>
                <a:uFillTx/>
                <a:latin typeface="Calibri"/>
              </a:rPr>
              <a:t>}</a:t>
            </a:r>
            <a:endParaRPr b="0" lang="en-US" sz="2000" strike="noStrike" u="none">
              <a:solidFill>
                <a:schemeClr val="dk1"/>
              </a:solidFill>
              <a:effectLst/>
              <a:uFillTx/>
              <a:latin typeface="Calibri"/>
            </a:endParaRPr>
          </a:p>
          <a:p>
            <a:pPr marL="228600" indent="-228600" defTabSz="914400">
              <a:lnSpc>
                <a:spcPct val="90000"/>
              </a:lnSpc>
              <a:spcBef>
                <a:spcPts val="1001"/>
              </a:spcBef>
              <a:buClr>
                <a:srgbClr val="000000"/>
              </a:buClr>
              <a:buFont typeface="Arial"/>
              <a:buChar char="•"/>
              <a:tabLst>
                <a:tab algn="l" pos="0"/>
              </a:tabLst>
            </a:pPr>
            <a:r>
              <a:rPr b="0" lang="en-US" sz="2000" strike="noStrike" u="none">
                <a:solidFill>
                  <a:schemeClr val="dk1"/>
                </a:solidFill>
                <a:effectLst/>
                <a:uFillTx/>
                <a:latin typeface="Calibri"/>
              </a:rPr>
              <a:t>“prog2”:</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000" strike="noStrike" u="none">
                <a:solidFill>
                  <a:schemeClr val="dk1"/>
                </a:solidFill>
                <a:effectLst/>
                <a:uFillTx/>
                <a:latin typeface="Calibri"/>
              </a:rPr>
              <a:t>int main()</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000" strike="noStrike" u="none">
                <a:solidFill>
                  <a:schemeClr val="dk1"/>
                </a:solidFill>
                <a:effectLst/>
                <a:uFillTx/>
                <a:latin typeface="Calibri"/>
              </a:rPr>
              <a:t>{</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000" strike="noStrike" u="none">
                <a:solidFill>
                  <a:schemeClr val="dk1"/>
                </a:solidFill>
                <a:effectLst/>
                <a:uFillTx/>
                <a:latin typeface="Calibri"/>
              </a:rPr>
              <a:t>	</a:t>
            </a:r>
            <a:r>
              <a:rPr b="0" lang="en-US" sz="2000" strike="noStrike" u="none">
                <a:solidFill>
                  <a:schemeClr val="dk1"/>
                </a:solidFill>
                <a:effectLst/>
                <a:uFillTx/>
                <a:latin typeface="Calibri"/>
              </a:rPr>
              <a:t>printf("2");</a:t>
            </a:r>
            <a:endParaRPr b="0" lang="en-US" sz="20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000" strike="noStrike" u="none">
                <a:solidFill>
                  <a:schemeClr val="dk1"/>
                </a:solidFill>
                <a:effectLst/>
                <a:uFillTx/>
                <a:latin typeface="Calibri"/>
              </a:rPr>
              <a:t>}</a:t>
            </a:r>
            <a:endParaRPr b="0" lang="en-US" sz="2000" strike="noStrike" u="none">
              <a:solidFill>
                <a:schemeClr val="dk1"/>
              </a:solidFill>
              <a:effectLst/>
              <a:uFillTx/>
              <a:latin typeface="Calibri"/>
            </a:endParaRPr>
          </a:p>
        </p:txBody>
      </p:sp>
      <p:sp>
        <p:nvSpPr>
          <p:cNvPr id="4" name="PlaceHolder 3"/>
          <p:cNvSpPr>
            <a:spLocks noGrp="1"/>
          </p:cNvSpPr>
          <p:nvPr>
            <p:ph type="ftr" idx="2"/>
          </p:nvPr>
        </p:nvSpPr>
        <p:spPr/>
        <p:txBody>
          <a:bodyPr/>
          <a:p>
            <a:r>
              <a:t>גיא יחזקאל</a:t>
            </a: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813240" y="125280"/>
            <a:ext cx="10515240" cy="851400"/>
          </a:xfrm>
          <a:prstGeom prst="rect">
            <a:avLst/>
          </a:prstGeom>
          <a:noFill/>
          <a:ln w="0">
            <a:noFill/>
          </a:ln>
        </p:spPr>
        <p:txBody>
          <a:bodyPr lIns="91440" rIns="91440" tIns="45720" bIns="45720" anchor="ctr">
            <a:normAutofit fontScale="85000" lnSpcReduction="9999"/>
          </a:bodyPr>
          <a:p>
            <a:pPr indent="0" algn="ctr" defTabSz="914400">
              <a:lnSpc>
                <a:spcPct val="90000"/>
              </a:lnSpc>
              <a:buNone/>
            </a:pPr>
            <a:r>
              <a:rPr b="0" lang="en-US" sz="4400" strike="noStrike" u="none">
                <a:solidFill>
                  <a:srgbClr val="000000"/>
                </a:solidFill>
                <a:effectLst/>
                <a:uFillTx/>
                <a:latin typeface="Calibri Light"/>
              </a:rPr>
              <a:t>Processes</a:t>
            </a:r>
            <a:br>
              <a:rPr sz="4400"/>
            </a:br>
            <a:r>
              <a:rPr b="0" lang="en-US" sz="2800" strike="noStrike" u="none">
                <a:solidFill>
                  <a:srgbClr val="000000"/>
                </a:solidFill>
                <a:effectLst/>
                <a:uFillTx/>
                <a:latin typeface="Calibri Light"/>
              </a:rPr>
              <a:t>Process Creation</a:t>
            </a:r>
            <a:endParaRPr b="0" lang="en-US" sz="2800" strike="noStrike" u="none">
              <a:solidFill>
                <a:schemeClr val="dk1"/>
              </a:solidFill>
              <a:effectLst/>
              <a:uFillTx/>
              <a:latin typeface="Calibri"/>
            </a:endParaRPr>
          </a:p>
        </p:txBody>
      </p:sp>
      <p:sp>
        <p:nvSpPr>
          <p:cNvPr id="146" name="PlaceHolder 2"/>
          <p:cNvSpPr>
            <a:spLocks noGrp="1"/>
          </p:cNvSpPr>
          <p:nvPr>
            <p:ph/>
          </p:nvPr>
        </p:nvSpPr>
        <p:spPr>
          <a:xfrm>
            <a:off x="0" y="1164960"/>
            <a:ext cx="12191760" cy="569268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endParaRPr b="0" lang="en-US" sz="24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400" strike="noStrike" u="none">
                <a:solidFill>
                  <a:schemeClr val="dk1"/>
                </a:solidFill>
                <a:effectLst/>
                <a:uFillTx/>
                <a:latin typeface="Calibri"/>
              </a:rPr>
              <a:t>#include &lt;sys/types.h&gt;</a:t>
            </a:r>
            <a:endParaRPr b="0" lang="en-US" sz="24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400" strike="noStrike" u="none">
                <a:solidFill>
                  <a:schemeClr val="dk1"/>
                </a:solidFill>
                <a:effectLst/>
                <a:uFillTx/>
                <a:latin typeface="Calibri"/>
              </a:rPr>
              <a:t>main() {</a:t>
            </a:r>
            <a:endParaRPr b="0" lang="en-US" sz="24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400" strike="noStrike" u="none">
                <a:solidFill>
                  <a:schemeClr val="dk1"/>
                </a:solidFill>
                <a:effectLst/>
                <a:uFillTx/>
                <a:latin typeface="Calibri"/>
              </a:rPr>
              <a:t>	</a:t>
            </a:r>
            <a:r>
              <a:rPr b="0" lang="en-US" sz="2400" strike="noStrike" u="none">
                <a:solidFill>
                  <a:schemeClr val="dk1"/>
                </a:solidFill>
                <a:effectLst/>
                <a:uFillTx/>
                <a:latin typeface="Calibri"/>
              </a:rPr>
              <a:t>execl("/bin/cal", "cal", "5", "1999", NULL); // executing the command % cal 5 1999</a:t>
            </a:r>
            <a:endParaRPr b="0" lang="en-US" sz="24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400" strike="noStrike" u="none">
                <a:solidFill>
                  <a:schemeClr val="dk1"/>
                </a:solidFill>
                <a:effectLst/>
                <a:uFillTx/>
                <a:latin typeface="Calibri"/>
              </a:rPr>
              <a:t>	</a:t>
            </a:r>
            <a:r>
              <a:rPr b="0" lang="en-US" sz="2400" strike="noStrike" u="none">
                <a:solidFill>
                  <a:schemeClr val="accent6">
                    <a:lumMod val="75000"/>
                  </a:schemeClr>
                </a:solidFill>
                <a:effectLst/>
                <a:uFillTx/>
                <a:latin typeface="Calibri"/>
              </a:rPr>
              <a:t>/* equivalents to:</a:t>
            </a:r>
            <a:endParaRPr b="0" lang="en-US" sz="24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400" strike="noStrike" u="none">
                <a:solidFill>
                  <a:schemeClr val="accent6">
                    <a:lumMod val="75000"/>
                  </a:schemeClr>
                </a:solidFill>
                <a:effectLst/>
                <a:uFillTx/>
                <a:latin typeface="Calibri"/>
              </a:rPr>
              <a:t>	</a:t>
            </a:r>
            <a:r>
              <a:rPr b="0" lang="en-US" sz="2400" strike="noStrike" u="none">
                <a:solidFill>
                  <a:schemeClr val="accent6">
                    <a:lumMod val="75000"/>
                  </a:schemeClr>
                </a:solidFill>
                <a:effectLst/>
                <a:uFillTx/>
                <a:latin typeface="Calibri"/>
              </a:rPr>
              <a:t>char *const ar[] = {"cal", "5", "1999", NULL};</a:t>
            </a:r>
            <a:endParaRPr b="0" lang="en-US" sz="24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400" strike="noStrike" u="none">
                <a:solidFill>
                  <a:schemeClr val="accent6">
                    <a:lumMod val="75000"/>
                  </a:schemeClr>
                </a:solidFill>
                <a:effectLst/>
                <a:uFillTx/>
                <a:latin typeface="Calibri"/>
              </a:rPr>
              <a:t>	</a:t>
            </a:r>
            <a:r>
              <a:rPr b="0" lang="en-US" sz="2400" strike="noStrike" u="none">
                <a:solidFill>
                  <a:schemeClr val="accent6">
                    <a:lumMod val="75000"/>
                  </a:schemeClr>
                </a:solidFill>
                <a:effectLst/>
                <a:uFillTx/>
                <a:latin typeface="Calibri"/>
              </a:rPr>
              <a:t>execv("/bin/cal", ar);</a:t>
            </a:r>
            <a:endParaRPr b="0" lang="en-US" sz="24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400" strike="noStrike" u="none">
                <a:solidFill>
                  <a:schemeClr val="accent6">
                    <a:lumMod val="75000"/>
                  </a:schemeClr>
                </a:solidFill>
                <a:effectLst/>
                <a:uFillTx/>
                <a:latin typeface="Calibri"/>
              </a:rPr>
              <a:t>	</a:t>
            </a:r>
            <a:r>
              <a:rPr b="0" lang="en-US" sz="2400" strike="noStrike" u="none">
                <a:solidFill>
                  <a:schemeClr val="accent6">
                    <a:lumMod val="75000"/>
                  </a:schemeClr>
                </a:solidFill>
                <a:effectLst/>
                <a:uFillTx/>
                <a:latin typeface="Calibri"/>
              </a:rPr>
              <a:t>*/</a:t>
            </a:r>
            <a:endParaRPr b="0" lang="en-US" sz="24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400" strike="noStrike" u="none">
                <a:solidFill>
                  <a:schemeClr val="dk1"/>
                </a:solidFill>
                <a:effectLst/>
                <a:uFillTx/>
                <a:latin typeface="Calibri"/>
              </a:rPr>
              <a:t>}</a:t>
            </a:r>
            <a:endParaRPr b="0" lang="en-US" sz="2400" strike="noStrike" u="none">
              <a:solidFill>
                <a:schemeClr val="dk1"/>
              </a:solidFill>
              <a:effectLst/>
              <a:uFillTx/>
              <a:latin typeface="Calibri"/>
            </a:endParaRPr>
          </a:p>
        </p:txBody>
      </p:sp>
      <p:sp>
        <p:nvSpPr>
          <p:cNvPr id="4" name="PlaceHolder 3"/>
          <p:cNvSpPr>
            <a:spLocks noGrp="1"/>
          </p:cNvSpPr>
          <p:nvPr>
            <p:ph type="ftr" idx="2"/>
          </p:nvPr>
        </p:nvSpPr>
        <p:spPr/>
        <p:txBody>
          <a:bodyPr/>
          <a:p>
            <a:r>
              <a:t>גיא יחזקאל</a:t>
            </a: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813240" y="125280"/>
            <a:ext cx="10515240" cy="851400"/>
          </a:xfrm>
          <a:prstGeom prst="rect">
            <a:avLst/>
          </a:prstGeom>
          <a:noFill/>
          <a:ln w="0">
            <a:noFill/>
          </a:ln>
        </p:spPr>
        <p:txBody>
          <a:bodyPr lIns="91440" rIns="91440" tIns="45720" bIns="45720" anchor="ctr">
            <a:normAutofit fontScale="85000" lnSpcReduction="9999"/>
          </a:bodyPr>
          <a:p>
            <a:pPr indent="0" algn="ctr" defTabSz="914400">
              <a:lnSpc>
                <a:spcPct val="90000"/>
              </a:lnSpc>
              <a:buNone/>
            </a:pPr>
            <a:r>
              <a:rPr b="0" lang="en-US" sz="4400" strike="noStrike" u="none">
                <a:solidFill>
                  <a:srgbClr val="000000"/>
                </a:solidFill>
                <a:effectLst/>
                <a:uFillTx/>
                <a:latin typeface="Calibri Light"/>
              </a:rPr>
              <a:t>Processes</a:t>
            </a:r>
            <a:br>
              <a:rPr sz="4400"/>
            </a:br>
            <a:r>
              <a:rPr b="0" lang="en-US" sz="2800" strike="noStrike" u="none">
                <a:solidFill>
                  <a:srgbClr val="000000"/>
                </a:solidFill>
                <a:effectLst/>
                <a:uFillTx/>
                <a:latin typeface="Calibri Light"/>
              </a:rPr>
              <a:t>Process Creation</a:t>
            </a:r>
            <a:endParaRPr b="0" lang="en-US" sz="2800" strike="noStrike" u="none">
              <a:solidFill>
                <a:schemeClr val="dk1"/>
              </a:solidFill>
              <a:effectLst/>
              <a:uFillTx/>
              <a:latin typeface="Calibri"/>
            </a:endParaRPr>
          </a:p>
        </p:txBody>
      </p:sp>
      <p:sp>
        <p:nvSpPr>
          <p:cNvPr id="148" name="PlaceHolder 2"/>
          <p:cNvSpPr>
            <a:spLocks noGrp="1"/>
          </p:cNvSpPr>
          <p:nvPr>
            <p:ph/>
          </p:nvPr>
        </p:nvSpPr>
        <p:spPr>
          <a:xfrm>
            <a:off x="0" y="1164960"/>
            <a:ext cx="12191760" cy="569268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400" strike="noStrike" u="none">
                <a:solidFill>
                  <a:schemeClr val="dk1"/>
                </a:solidFill>
                <a:effectLst/>
                <a:uFillTx/>
                <a:latin typeface="Calibri"/>
              </a:rPr>
              <a:t>#include &lt;unistd.h&gt;</a:t>
            </a:r>
            <a:endParaRPr b="0" lang="en-US" sz="24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400" strike="noStrike" u="none">
                <a:solidFill>
                  <a:schemeClr val="dk1"/>
                </a:solidFill>
                <a:effectLst/>
                <a:uFillTx/>
                <a:latin typeface="Calibri"/>
              </a:rPr>
              <a:t>main() {</a:t>
            </a:r>
            <a:endParaRPr b="0" lang="en-US" sz="24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400" strike="noStrike" u="none">
                <a:solidFill>
                  <a:schemeClr val="dk1"/>
                </a:solidFill>
                <a:effectLst/>
                <a:uFillTx/>
                <a:latin typeface="Calibri"/>
              </a:rPr>
              <a:t>   execl("/bin/ls", "/bin/ls", "-r", "-t", "-l", NULL);</a:t>
            </a:r>
            <a:endParaRPr b="0" lang="en-US" sz="24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400" strike="noStrike" u="none">
                <a:solidFill>
                  <a:schemeClr val="dk1"/>
                </a:solidFill>
                <a:effectLst/>
                <a:uFillTx/>
                <a:latin typeface="Calibri"/>
              </a:rPr>
              <a:t>}</a:t>
            </a:r>
            <a:endParaRPr b="0" lang="en-US" sz="2400" strike="noStrike" u="none">
              <a:solidFill>
                <a:schemeClr val="dk1"/>
              </a:solidFill>
              <a:effectLst/>
              <a:uFillTx/>
              <a:latin typeface="Calibri"/>
            </a:endParaRPr>
          </a:p>
          <a:p>
            <a:pPr indent="0" defTabSz="914400">
              <a:lnSpc>
                <a:spcPct val="90000"/>
              </a:lnSpc>
              <a:spcBef>
                <a:spcPts val="1001"/>
              </a:spcBef>
              <a:buNone/>
              <a:tabLst>
                <a:tab algn="l" pos="0"/>
              </a:tabLst>
            </a:pPr>
            <a:endParaRPr b="0" lang="en-US" sz="2400" strike="noStrike" u="none">
              <a:solidFill>
                <a:schemeClr val="dk1"/>
              </a:solidFill>
              <a:effectLst/>
              <a:uFillTx/>
              <a:latin typeface="Calibri"/>
            </a:endParaRPr>
          </a:p>
          <a:p>
            <a:pPr marL="228600" indent="-228600" defTabSz="914400">
              <a:lnSpc>
                <a:spcPct val="90000"/>
              </a:lnSpc>
              <a:spcBef>
                <a:spcPts val="1001"/>
              </a:spcBef>
              <a:buClr>
                <a:srgbClr val="000000"/>
              </a:buClr>
              <a:buFont typeface="Arial"/>
              <a:buChar char="•"/>
              <a:tabLst>
                <a:tab algn="l" pos="0"/>
              </a:tabLst>
            </a:pPr>
            <a:r>
              <a:rPr b="0" lang="he-IL" sz="2400" strike="noStrike" u="none">
                <a:solidFill>
                  <a:schemeClr val="dk1"/>
                </a:solidFill>
                <a:effectLst/>
                <a:uFillTx/>
                <a:latin typeface="Calibri"/>
              </a:rPr>
              <a:t>דרך אחרת</a:t>
            </a:r>
            <a:r>
              <a:rPr b="0" lang="en-US" sz="2400" strike="noStrike" u="none">
                <a:solidFill>
                  <a:schemeClr val="dk1"/>
                </a:solidFill>
                <a:effectLst/>
                <a:uFillTx/>
                <a:latin typeface="Calibri"/>
              </a:rPr>
              <a:t>:</a:t>
            </a:r>
            <a:endParaRPr b="0" lang="en-US" sz="24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400" strike="noStrike" u="none">
                <a:solidFill>
                  <a:schemeClr val="dk1"/>
                </a:solidFill>
                <a:effectLst/>
                <a:uFillTx/>
                <a:latin typeface="Calibri"/>
              </a:rPr>
              <a:t>#include &lt;unistd.h&gt;</a:t>
            </a:r>
            <a:endParaRPr b="0" lang="en-US" sz="24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400" strike="noStrike" u="none">
                <a:solidFill>
                  <a:schemeClr val="dk1"/>
                </a:solidFill>
                <a:effectLst/>
                <a:uFillTx/>
                <a:latin typeface="Calibri"/>
              </a:rPr>
              <a:t>main() {</a:t>
            </a:r>
            <a:endParaRPr b="0" lang="en-US" sz="24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400" strike="noStrike" u="none">
                <a:solidFill>
                  <a:schemeClr val="dk1"/>
                </a:solidFill>
                <a:effectLst/>
                <a:uFillTx/>
                <a:latin typeface="Calibri"/>
              </a:rPr>
              <a:t>   char *args[] = {"/bin/ls", "-r", "-t", "-l", NULL};</a:t>
            </a:r>
            <a:endParaRPr b="0" lang="en-US" sz="2400" strike="noStrike" u="none">
              <a:solidFill>
                <a:schemeClr val="dk1"/>
              </a:solidFill>
              <a:effectLst/>
              <a:uFillTx/>
              <a:latin typeface="Calibri"/>
            </a:endParaRPr>
          </a:p>
          <a:p>
            <a:pPr indent="0" defTabSz="914400">
              <a:lnSpc>
                <a:spcPct val="90000"/>
              </a:lnSpc>
              <a:spcBef>
                <a:spcPts val="1001"/>
              </a:spcBef>
              <a:buNone/>
              <a:tabLst>
                <a:tab algn="l" pos="0"/>
              </a:tabLst>
            </a:pPr>
            <a:endParaRPr b="0" lang="en-US" sz="24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400" strike="noStrike" u="none">
                <a:solidFill>
                  <a:schemeClr val="dk1"/>
                </a:solidFill>
                <a:effectLst/>
                <a:uFillTx/>
                <a:latin typeface="Calibri"/>
              </a:rPr>
              <a:t>   execv("/bin/ls", args);</a:t>
            </a:r>
            <a:endParaRPr b="0" lang="en-US" sz="2400" strike="noStrike" u="none">
              <a:solidFill>
                <a:schemeClr val="dk1"/>
              </a:solidFill>
              <a:effectLst/>
              <a:uFillTx/>
              <a:latin typeface="Calibri"/>
            </a:endParaRPr>
          </a:p>
          <a:p>
            <a:pPr indent="0" defTabSz="914400">
              <a:lnSpc>
                <a:spcPct val="90000"/>
              </a:lnSpc>
              <a:spcBef>
                <a:spcPts val="1001"/>
              </a:spcBef>
              <a:buNone/>
              <a:tabLst>
                <a:tab algn="l" pos="0"/>
              </a:tabLst>
            </a:pPr>
            <a:r>
              <a:rPr b="0" lang="en-US" sz="2400" strike="noStrike" u="none">
                <a:solidFill>
                  <a:schemeClr val="dk1"/>
                </a:solidFill>
                <a:effectLst/>
                <a:uFillTx/>
                <a:latin typeface="Calibri"/>
              </a:rPr>
              <a:t>}</a:t>
            </a:r>
            <a:endParaRPr b="0" lang="en-US" sz="2400" strike="noStrike" u="none">
              <a:solidFill>
                <a:schemeClr val="dk1"/>
              </a:solidFill>
              <a:effectLst/>
              <a:uFillTx/>
              <a:latin typeface="Calibri"/>
            </a:endParaRPr>
          </a:p>
        </p:txBody>
      </p:sp>
      <p:sp>
        <p:nvSpPr>
          <p:cNvPr id="4" name="PlaceHolder 3"/>
          <p:cNvSpPr>
            <a:spLocks noGrp="1"/>
          </p:cNvSpPr>
          <p:nvPr>
            <p:ph type="ftr" idx="2"/>
          </p:nvPr>
        </p:nvSpPr>
        <p:spPr/>
        <p:txBody>
          <a:bodyPr/>
          <a:p>
            <a:r>
              <a:t>גיא יחזקאל</a:t>
            </a: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a:solidFill>
                  <a:srgbClr val="000000"/>
                </a:solidFill>
                <a:effectLst/>
                <a:uFillTx/>
                <a:latin typeface="Calibri Light"/>
              </a:rPr>
              <a:t>Processes</a:t>
            </a:r>
            <a:br>
              <a:rPr sz="4400"/>
            </a:br>
            <a:r>
              <a:rPr b="0" lang="en-US" sz="2800" strike="noStrike" u="none">
                <a:solidFill>
                  <a:srgbClr val="000000"/>
                </a:solidFill>
                <a:effectLst/>
                <a:uFillTx/>
                <a:latin typeface="Calibri Light"/>
              </a:rPr>
              <a:t>Process Creation</a:t>
            </a:r>
            <a:endParaRPr b="0" lang="en-US" sz="2800" strike="noStrike" u="none">
              <a:solidFill>
                <a:schemeClr val="dk1"/>
              </a:solidFill>
              <a:effectLst/>
              <a:uFillTx/>
              <a:latin typeface="Calibri"/>
            </a:endParaRPr>
          </a:p>
        </p:txBody>
      </p:sp>
      <p:sp>
        <p:nvSpPr>
          <p:cNvPr id="150"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תרגיל: צרו קובץ </a:t>
            </a:r>
            <a:r>
              <a:rPr b="0" lang="en-US" sz="2800" strike="noStrike" u="none">
                <a:solidFill>
                  <a:schemeClr val="dk1"/>
                </a:solidFill>
                <a:effectLst/>
                <a:uFillTx/>
                <a:latin typeface="Calibri"/>
              </a:rPr>
              <a:t>shell</a:t>
            </a:r>
            <a:r>
              <a:rPr b="0" lang="en-US" sz="2800" strike="noStrike" u="none">
                <a:solidFill>
                  <a:schemeClr val="dk1"/>
                </a:solidFill>
                <a:effectLst/>
                <a:uFillTx/>
                <a:latin typeface="Calibri"/>
              </a:rPr>
              <a:t> עם לולאה אינסופית המבצעת </a:t>
            </a:r>
            <a:r>
              <a:rPr b="0" lang="en-US" sz="2800" strike="noStrike" u="none">
                <a:solidFill>
                  <a:schemeClr val="dk1"/>
                </a:solidFill>
                <a:effectLst/>
                <a:uFillTx/>
                <a:latin typeface="Calibri"/>
              </a:rPr>
              <a:t>I=1</a:t>
            </a:r>
            <a:r>
              <a:rPr b="0" lang="en-US" sz="2800" strike="noStrike" u="none">
                <a:solidFill>
                  <a:schemeClr val="dk1"/>
                </a:solidFill>
                <a:effectLst/>
                <a:uFillTx/>
                <a:latin typeface="Calibri"/>
              </a:rPr>
              <a:t> בתוך הלולאה</a:t>
            </a:r>
            <a:endParaRPr b="0" lang="en-US" sz="2800" strike="noStrike" u="none">
              <a:solidFill>
                <a:schemeClr val="dk1"/>
              </a:solidFill>
              <a:effectLst/>
              <a:uFillTx/>
              <a:latin typeface="Calibri"/>
            </a:endParaRPr>
          </a:p>
          <a:p>
            <a:pPr indent="0" algn="r" defTabSz="914400" rtl="1">
              <a:lnSpc>
                <a:spcPct val="90000"/>
              </a:lnSpc>
              <a:spcBef>
                <a:spcPts val="1001"/>
              </a:spcBef>
              <a:buNone/>
              <a:tabLst>
                <a:tab algn="l" pos="0"/>
              </a:tabLst>
            </a:pPr>
            <a:r>
              <a:rPr b="0" lang="he-IL" sz="2800" strike="noStrike" u="none">
                <a:solidFill>
                  <a:schemeClr val="dk1"/>
                </a:solidFill>
                <a:effectLst/>
                <a:uFillTx/>
                <a:latin typeface="Calibri"/>
              </a:rPr>
              <a:t>כתבו קובץ בשפת </a:t>
            </a:r>
            <a:r>
              <a:rPr b="0" lang="en-US" sz="2800" strike="noStrike" u="none">
                <a:solidFill>
                  <a:schemeClr val="dk1"/>
                </a:solidFill>
                <a:effectLst/>
                <a:uFillTx/>
                <a:latin typeface="Calibri"/>
              </a:rPr>
              <a:t>C</a:t>
            </a:r>
            <a:r>
              <a:rPr b="0" lang="en-US" sz="2800" strike="noStrike" u="none">
                <a:solidFill>
                  <a:schemeClr val="dk1"/>
                </a:solidFill>
                <a:effectLst/>
                <a:uFillTx/>
                <a:latin typeface="Calibri"/>
              </a:rPr>
              <a:t> שיוצר בן, והבן מריץ את קובץ ה </a:t>
            </a:r>
            <a:r>
              <a:rPr b="0" lang="en-US" sz="2800" strike="noStrike" u="none">
                <a:solidFill>
                  <a:schemeClr val="dk1"/>
                </a:solidFill>
                <a:effectLst/>
                <a:uFillTx/>
                <a:latin typeface="Calibri"/>
              </a:rPr>
              <a:t>shell</a:t>
            </a:r>
            <a:r>
              <a:rPr b="0" lang="en-US" sz="2800" strike="noStrike" u="none">
                <a:solidFill>
                  <a:schemeClr val="dk1"/>
                </a:solidFill>
                <a:effectLst/>
                <a:uFillTx/>
                <a:latin typeface="Calibri"/>
              </a:rPr>
              <a:t> הזה</a:t>
            </a:r>
            <a:endParaRPr b="0" lang="en-US" sz="2800" strike="noStrike" u="none">
              <a:solidFill>
                <a:schemeClr val="dk1"/>
              </a:solidFill>
              <a:effectLst/>
              <a:uFillTx/>
              <a:latin typeface="Calibri"/>
            </a:endParaRPr>
          </a:p>
          <a:p>
            <a:pPr indent="0" algn="r" defTabSz="914400" rtl="1">
              <a:lnSpc>
                <a:spcPct val="90000"/>
              </a:lnSpc>
              <a:spcBef>
                <a:spcPts val="1001"/>
              </a:spcBef>
              <a:buNone/>
              <a:tabLst>
                <a:tab algn="l" pos="0"/>
              </a:tabLst>
            </a:pPr>
            <a:r>
              <a:rPr b="0" lang="he-IL" sz="2800" strike="noStrike" u="none">
                <a:solidFill>
                  <a:schemeClr val="dk1"/>
                </a:solidFill>
                <a:effectLst/>
                <a:uFillTx/>
                <a:latin typeface="Calibri"/>
              </a:rPr>
              <a:t>לאחר מכן הרגו דרך הטרמינל את התהליך</a:t>
            </a:r>
            <a:endParaRPr b="0" lang="en-US" sz="2800" strike="noStrike" u="none">
              <a:solidFill>
                <a:schemeClr val="dk1"/>
              </a:solidFill>
              <a:effectLst/>
              <a:uFillTx/>
              <a:latin typeface="Calibri"/>
            </a:endParaRPr>
          </a:p>
          <a:p>
            <a:pPr indent="0" algn="r" defTabSz="914400" rtl="1">
              <a:lnSpc>
                <a:spcPct val="90000"/>
              </a:lnSpc>
              <a:spcBef>
                <a:spcPts val="1001"/>
              </a:spcBef>
              <a:buNone/>
              <a:tabLst>
                <a:tab algn="l" pos="0"/>
              </a:tabLst>
            </a:pPr>
            <a:endParaRPr b="0" lang="en-US" sz="2800" strike="noStrike" u="none">
              <a:solidFill>
                <a:schemeClr val="dk1"/>
              </a:solidFill>
              <a:effectLst/>
              <a:uFillTx/>
              <a:latin typeface="Calibri"/>
            </a:endParaRPr>
          </a:p>
          <a:p>
            <a:pPr indent="0" algn="r" defTabSz="914400" rtl="1">
              <a:lnSpc>
                <a:spcPct val="90000"/>
              </a:lnSpc>
              <a:spcBef>
                <a:spcPts val="1001"/>
              </a:spcBef>
              <a:buNone/>
              <a:tabLst>
                <a:tab algn="l" pos="0"/>
              </a:tabLst>
            </a:pPr>
            <a:r>
              <a:rPr b="0" lang="en-US" sz="2800" strike="noStrike" u="none">
                <a:solidFill>
                  <a:schemeClr val="dk1"/>
                </a:solidFill>
                <a:effectLst/>
                <a:uFillTx/>
                <a:latin typeface="Calibri"/>
              </a:rPr>
              <a:t>* כתבו את אותו התרגיל, רק כעת תהליך האבא יבצע </a:t>
            </a:r>
            <a:r>
              <a:rPr b="0" lang="en-US" sz="2800" strike="noStrike" u="none">
                <a:solidFill>
                  <a:schemeClr val="dk1"/>
                </a:solidFill>
                <a:effectLst/>
                <a:uFillTx/>
                <a:latin typeface="Calibri"/>
              </a:rPr>
              <a:t>sleep(25)</a:t>
            </a:r>
            <a:r>
              <a:rPr b="0" lang="en-US" sz="2800" strike="noStrike" u="none">
                <a:solidFill>
                  <a:schemeClr val="dk1"/>
                </a:solidFill>
                <a:effectLst/>
                <a:uFillTx/>
                <a:latin typeface="Calibri"/>
              </a:rPr>
              <a:t> ולאחר מכן ידפיס את השורה: “</a:t>
            </a:r>
            <a:r>
              <a:rPr b="0" lang="en-US" sz="2800" strike="noStrike" u="none">
                <a:solidFill>
                  <a:schemeClr val="dk1"/>
                </a:solidFill>
                <a:effectLst/>
                <a:uFillTx/>
                <a:latin typeface="Calibri"/>
              </a:rPr>
              <a:t>killing</a:t>
            </a:r>
            <a:r>
              <a:rPr b="0" lang="en-US" sz="2800" strike="noStrike" u="none">
                <a:solidFill>
                  <a:schemeClr val="dk1"/>
                </a:solidFill>
                <a:effectLst/>
                <a:uFillTx/>
                <a:latin typeface="Calibri"/>
              </a:rPr>
              <a:t>…”, ויהרוג את התהליך בעצמו דרך </a:t>
            </a:r>
            <a:r>
              <a:rPr b="0" lang="en-US" sz="2800" strike="noStrike" u="none">
                <a:solidFill>
                  <a:schemeClr val="dk1"/>
                </a:solidFill>
                <a:effectLst/>
                <a:uFillTx/>
                <a:latin typeface="Calibri"/>
              </a:rPr>
              <a:t>execl(“/bin/kill”,)</a:t>
            </a:r>
            <a:r>
              <a:rPr b="0" lang="en-US" sz="2800" strike="noStrike" u="none">
                <a:solidFill>
                  <a:schemeClr val="dk1"/>
                </a:solidFill>
                <a:effectLst/>
                <a:uFillTx/>
                <a:latin typeface="Calibri"/>
              </a:rPr>
              <a:t> והפרמטר יהיה מספר ה </a:t>
            </a:r>
            <a:r>
              <a:rPr b="0" lang="en-US" sz="2800" strike="noStrike" u="none">
                <a:solidFill>
                  <a:schemeClr val="dk1"/>
                </a:solidFill>
                <a:effectLst/>
                <a:uFillTx/>
                <a:latin typeface="Calibri"/>
              </a:rPr>
              <a:t>pid</a:t>
            </a:r>
            <a:r>
              <a:rPr b="0" lang="en-US" sz="2800" strike="noStrike" u="none">
                <a:solidFill>
                  <a:schemeClr val="dk1"/>
                </a:solidFill>
                <a:effectLst/>
                <a:uFillTx/>
                <a:latin typeface="Calibri"/>
              </a:rPr>
              <a:t> של תהליך הבן</a:t>
            </a:r>
            <a:endParaRPr b="0" lang="en-US" sz="2800" strike="noStrike" u="none">
              <a:solidFill>
                <a:schemeClr val="dk1"/>
              </a:solidFill>
              <a:effectLst/>
              <a:uFillTx/>
              <a:latin typeface="Calibri"/>
            </a:endParaRPr>
          </a:p>
        </p:txBody>
      </p:sp>
      <p:sp>
        <p:nvSpPr>
          <p:cNvPr id="4" name="PlaceHolder 3"/>
          <p:cNvSpPr>
            <a:spLocks noGrp="1"/>
          </p:cNvSpPr>
          <p:nvPr>
            <p:ph type="ftr" idx="2"/>
          </p:nvPr>
        </p:nvSpPr>
        <p:spPr/>
        <p:txBody>
          <a:bodyPr/>
          <a:p>
            <a:r>
              <a:t>גיא יחזקאל</a:t>
            </a: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b="0" lang="en-US" sz="4400" strike="noStrike" u="none">
                <a:solidFill>
                  <a:srgbClr val="000000"/>
                </a:solidFill>
                <a:effectLst/>
                <a:uFillTx/>
                <a:latin typeface="Calibri Light"/>
              </a:rPr>
              <a:t>Processes</a:t>
            </a:r>
            <a:br>
              <a:rPr sz="4400"/>
            </a:br>
            <a:r>
              <a:rPr b="0" lang="en-US" sz="2800" strike="noStrike" u="none">
                <a:solidFill>
                  <a:srgbClr val="000000"/>
                </a:solidFill>
                <a:effectLst/>
                <a:uFillTx/>
                <a:latin typeface="Calibri Light"/>
              </a:rPr>
              <a:t>Process Creation</a:t>
            </a:r>
            <a:endParaRPr b="0" lang="en-US" sz="2800" strike="noStrike" u="none">
              <a:solidFill>
                <a:schemeClr val="dk1"/>
              </a:solidFill>
              <a:effectLst/>
              <a:uFillTx/>
              <a:latin typeface="Calibri"/>
            </a:endParaRPr>
          </a:p>
        </p:txBody>
      </p:sp>
      <p:sp>
        <p:nvSpPr>
          <p:cNvPr id="152"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228600" indent="-228600" algn="r" defTabSz="914400" rtl="1">
              <a:lnSpc>
                <a:spcPct val="90000"/>
              </a:lnSpc>
              <a:spcBef>
                <a:spcPts val="1001"/>
              </a:spcBef>
              <a:buClr>
                <a:srgbClr val="000000"/>
              </a:buClr>
              <a:buFont typeface="Arial"/>
              <a:buChar char="•"/>
            </a:pPr>
            <a:r>
              <a:rPr b="0" lang="he-IL" sz="2800" strike="noStrike" u="none">
                <a:solidFill>
                  <a:schemeClr val="dk1"/>
                </a:solidFill>
                <a:effectLst/>
                <a:uFillTx/>
                <a:latin typeface="Calibri"/>
              </a:rPr>
              <a:t>תרגיל: צרו קובץ </a:t>
            </a:r>
            <a:r>
              <a:rPr b="0" lang="en-US" sz="2800" strike="noStrike" u="none">
                <a:solidFill>
                  <a:schemeClr val="dk1"/>
                </a:solidFill>
                <a:effectLst/>
                <a:uFillTx/>
                <a:latin typeface="Calibri"/>
              </a:rPr>
              <a:t>shell</a:t>
            </a:r>
            <a:r>
              <a:rPr b="0" lang="en-US" sz="2800" strike="noStrike" u="none">
                <a:solidFill>
                  <a:schemeClr val="dk1"/>
                </a:solidFill>
                <a:effectLst/>
                <a:uFillTx/>
                <a:latin typeface="Calibri"/>
              </a:rPr>
              <a:t> שמחשב את חיבור הפרמטר הראשון + השני ומדפיס על המסך</a:t>
            </a:r>
            <a:endParaRPr b="0" lang="en-US" sz="2800" strike="noStrike" u="none">
              <a:solidFill>
                <a:schemeClr val="dk1"/>
              </a:solidFill>
              <a:effectLst/>
              <a:uFillTx/>
              <a:latin typeface="Calibri"/>
            </a:endParaRPr>
          </a:p>
          <a:p>
            <a:pPr indent="0" algn="r" defTabSz="914400" rtl="1">
              <a:lnSpc>
                <a:spcPct val="90000"/>
              </a:lnSpc>
              <a:spcBef>
                <a:spcPts val="1001"/>
              </a:spcBef>
              <a:buNone/>
              <a:tabLst>
                <a:tab algn="l" pos="0"/>
              </a:tabLst>
            </a:pPr>
            <a:r>
              <a:rPr b="0" lang="he-IL" sz="2800" strike="noStrike" u="none">
                <a:solidFill>
                  <a:schemeClr val="dk1"/>
                </a:solidFill>
                <a:effectLst/>
                <a:uFillTx/>
                <a:latin typeface="Calibri"/>
              </a:rPr>
              <a:t>כתבו קובץ בשפת </a:t>
            </a:r>
            <a:r>
              <a:rPr b="0" lang="en-US" sz="2800" strike="noStrike" u="none">
                <a:solidFill>
                  <a:schemeClr val="dk1"/>
                </a:solidFill>
                <a:effectLst/>
                <a:uFillTx/>
                <a:latin typeface="Calibri"/>
              </a:rPr>
              <a:t>C</a:t>
            </a:r>
            <a:r>
              <a:rPr b="0" lang="en-US" sz="2800" strike="noStrike" u="none">
                <a:solidFill>
                  <a:schemeClr val="dk1"/>
                </a:solidFill>
                <a:effectLst/>
                <a:uFillTx/>
                <a:latin typeface="Calibri"/>
              </a:rPr>
              <a:t> שיוצר תהליך בן שמריץ את הקובץ </a:t>
            </a:r>
            <a:r>
              <a:rPr b="0" lang="en-US" sz="2800" strike="noStrike" u="none">
                <a:solidFill>
                  <a:schemeClr val="dk1"/>
                </a:solidFill>
                <a:effectLst/>
                <a:uFillTx/>
                <a:latin typeface="Calibri"/>
              </a:rPr>
              <a:t>shell</a:t>
            </a:r>
            <a:r>
              <a:rPr b="0" lang="en-US" sz="2800" strike="noStrike" u="none">
                <a:solidFill>
                  <a:schemeClr val="dk1"/>
                </a:solidFill>
                <a:effectLst/>
                <a:uFillTx/>
                <a:latin typeface="Calibri"/>
              </a:rPr>
              <a:t>  שיצרתם, עם הפרמטרים </a:t>
            </a:r>
            <a:r>
              <a:rPr b="0" lang="en-US" sz="2800" strike="noStrike" u="none">
                <a:solidFill>
                  <a:schemeClr val="dk1"/>
                </a:solidFill>
                <a:effectLst/>
                <a:uFillTx/>
                <a:latin typeface="Calibri"/>
              </a:rPr>
              <a:t>2</a:t>
            </a:r>
            <a:r>
              <a:rPr b="0" lang="en-US" sz="2800" strike="noStrike" u="none">
                <a:solidFill>
                  <a:schemeClr val="dk1"/>
                </a:solidFill>
                <a:effectLst/>
                <a:uFillTx/>
                <a:latin typeface="Calibri"/>
              </a:rPr>
              <a:t> ו – </a:t>
            </a:r>
            <a:r>
              <a:rPr b="0" lang="en-US" sz="2800" strike="noStrike" u="none">
                <a:solidFill>
                  <a:schemeClr val="dk1"/>
                </a:solidFill>
                <a:effectLst/>
                <a:uFillTx/>
                <a:latin typeface="Calibri"/>
              </a:rPr>
              <a:t>3</a:t>
            </a:r>
            <a:r>
              <a:rPr b="0" lang="en-US" sz="2800" strike="noStrike" u="none">
                <a:solidFill>
                  <a:schemeClr val="dk1"/>
                </a:solidFill>
                <a:effectLst/>
                <a:uFillTx/>
                <a:latin typeface="Calibri"/>
              </a:rPr>
              <a:t> והריצו את התרגיל</a:t>
            </a:r>
            <a:endParaRPr b="0" lang="en-US" sz="2800" strike="noStrike" u="none">
              <a:solidFill>
                <a:schemeClr val="dk1"/>
              </a:solidFill>
              <a:effectLst/>
              <a:uFillTx/>
              <a:latin typeface="Calibri"/>
            </a:endParaRPr>
          </a:p>
        </p:txBody>
      </p:sp>
      <p:sp>
        <p:nvSpPr>
          <p:cNvPr id="4" name="PlaceHolder 3"/>
          <p:cNvSpPr>
            <a:spLocks noGrp="1"/>
          </p:cNvSpPr>
          <p:nvPr>
            <p:ph type="ftr" idx="2"/>
          </p:nvPr>
        </p:nvSpPr>
        <p:spPr/>
        <p:txBody>
          <a:bodyPr/>
          <a:p>
            <a:r>
              <a:t>גיא יחזקאל</a:t>
            </a: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776</TotalTime>
  <Application>LibreOffice/25.8.1.1$Linux_X86_64 LibreOffice_project/580$Build-1</Application>
  <AppVersion>15.0000</AppVersion>
  <Words>2603</Words>
  <Paragraphs>313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2017-11-07T18:17:15Z</dcterms:created>
  <dc:creator>Yechezkel</dc:creator>
  <dc:description/>
  <dc:language>en-IL</dc:language>
  <cp:lastModifiedBy>גיא יחזקאל</cp:lastModifiedBy>
  <dcterms:modified xsi:type="dcterms:W3CDTF">2025-12-07T13:32:37Z</dcterms:modified>
  <cp:revision>87</cp:revision>
  <dc:subject/>
  <dc:title>Threads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4</vt:i4>
  </property>
  <property fmtid="{D5CDD505-2E9C-101B-9397-08002B2CF9AE}" pid="3" name="PresentationFormat">
    <vt:lpwstr>Widescreen</vt:lpwstr>
  </property>
  <property fmtid="{D5CDD505-2E9C-101B-9397-08002B2CF9AE}" pid="4" name="Slides">
    <vt:i4>39</vt:i4>
  </property>
</Properties>
</file>